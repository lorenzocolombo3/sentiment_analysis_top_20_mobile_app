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4.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15"/>
  </p:notesMasterIdLst>
  <p:handoutMasterIdLst>
    <p:handoutMasterId r:id="rId16"/>
  </p:handoutMasterIdLst>
  <p:sldIdLst>
    <p:sldId id="256" r:id="rId5"/>
    <p:sldId id="257" r:id="rId6"/>
    <p:sldId id="300" r:id="rId7"/>
    <p:sldId id="302" r:id="rId8"/>
    <p:sldId id="289" r:id="rId9"/>
    <p:sldId id="299" r:id="rId10"/>
    <p:sldId id="290" r:id="rId11"/>
    <p:sldId id="304" r:id="rId12"/>
    <p:sldId id="305" r:id="rId13"/>
    <p:sldId id="296" r:id="rId14"/>
  </p:sldIdLst>
  <p:sldSz cx="12192000" cy="6858000"/>
  <p:notesSz cx="6858000" cy="9144000"/>
  <p:defaultTextStyle>
    <a:defPPr rtl="0">
      <a:defRPr lang="it-IT"/>
    </a:defPPr>
    <a:lvl1pPr marL="0" algn="l" defTabSz="914400" rtl="0" eaLnBrk="1" latinLnBrk="0" hangingPunct="1">
      <a:defRPr lang="it-IT" sz="1800" kern="1200">
        <a:solidFill>
          <a:schemeClr val="tx1"/>
        </a:solidFill>
        <a:latin typeface="+mn-lt"/>
        <a:ea typeface="+mn-ea"/>
        <a:cs typeface="+mn-cs"/>
      </a:defRPr>
    </a:lvl1pPr>
    <a:lvl2pPr marL="457200" algn="l" defTabSz="914400" rtl="0" eaLnBrk="1" latinLnBrk="0" hangingPunct="1">
      <a:defRPr lang="it-IT" sz="1800" kern="1200">
        <a:solidFill>
          <a:schemeClr val="tx1"/>
        </a:solidFill>
        <a:latin typeface="+mn-lt"/>
        <a:ea typeface="+mn-ea"/>
        <a:cs typeface="+mn-cs"/>
      </a:defRPr>
    </a:lvl2pPr>
    <a:lvl3pPr marL="914400" algn="l" defTabSz="914400" rtl="0" eaLnBrk="1" latinLnBrk="0" hangingPunct="1">
      <a:defRPr lang="it-IT" sz="1800" kern="1200">
        <a:solidFill>
          <a:schemeClr val="tx1"/>
        </a:solidFill>
        <a:latin typeface="+mn-lt"/>
        <a:ea typeface="+mn-ea"/>
        <a:cs typeface="+mn-cs"/>
      </a:defRPr>
    </a:lvl3pPr>
    <a:lvl4pPr marL="1371600" algn="l" defTabSz="914400" rtl="0" eaLnBrk="1" latinLnBrk="0" hangingPunct="1">
      <a:defRPr lang="it-IT" sz="1800" kern="1200">
        <a:solidFill>
          <a:schemeClr val="tx1"/>
        </a:solidFill>
        <a:latin typeface="+mn-lt"/>
        <a:ea typeface="+mn-ea"/>
        <a:cs typeface="+mn-cs"/>
      </a:defRPr>
    </a:lvl4pPr>
    <a:lvl5pPr marL="1828800" algn="l" defTabSz="914400" rtl="0" eaLnBrk="1" latinLnBrk="0" hangingPunct="1">
      <a:defRPr lang="it-IT" sz="1800" kern="1200">
        <a:solidFill>
          <a:schemeClr val="tx1"/>
        </a:solidFill>
        <a:latin typeface="+mn-lt"/>
        <a:ea typeface="+mn-ea"/>
        <a:cs typeface="+mn-cs"/>
      </a:defRPr>
    </a:lvl5pPr>
    <a:lvl6pPr marL="2286000" algn="l" defTabSz="914400" rtl="0" eaLnBrk="1" latinLnBrk="0" hangingPunct="1">
      <a:defRPr lang="it-IT" sz="1800" kern="1200">
        <a:solidFill>
          <a:schemeClr val="tx1"/>
        </a:solidFill>
        <a:latin typeface="+mn-lt"/>
        <a:ea typeface="+mn-ea"/>
        <a:cs typeface="+mn-cs"/>
      </a:defRPr>
    </a:lvl6pPr>
    <a:lvl7pPr marL="2743200" algn="l" defTabSz="914400" rtl="0" eaLnBrk="1" latinLnBrk="0" hangingPunct="1">
      <a:defRPr lang="it-IT" sz="1800" kern="1200">
        <a:solidFill>
          <a:schemeClr val="tx1"/>
        </a:solidFill>
        <a:latin typeface="+mn-lt"/>
        <a:ea typeface="+mn-ea"/>
        <a:cs typeface="+mn-cs"/>
      </a:defRPr>
    </a:lvl7pPr>
    <a:lvl8pPr marL="3200400" algn="l" defTabSz="914400" rtl="0" eaLnBrk="1" latinLnBrk="0" hangingPunct="1">
      <a:defRPr lang="it-IT" sz="1800" kern="1200">
        <a:solidFill>
          <a:schemeClr val="tx1"/>
        </a:solidFill>
        <a:latin typeface="+mn-lt"/>
        <a:ea typeface="+mn-ea"/>
        <a:cs typeface="+mn-cs"/>
      </a:defRPr>
    </a:lvl8pPr>
    <a:lvl9pPr marL="3657600" algn="l" defTabSz="914400" rtl="0" eaLnBrk="1" latinLnBrk="0" hangingPunct="1">
      <a:defRPr lang="it-IT"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4" name="Autore" initials="A" lastIdx="0"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593A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Stile chiaro 2 - Colore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5646" autoAdjust="0"/>
  </p:normalViewPr>
  <p:slideViewPr>
    <p:cSldViewPr snapToGrid="0">
      <p:cViewPr varScale="1">
        <p:scale>
          <a:sx n="78" d="100"/>
          <a:sy n="78" d="100"/>
        </p:scale>
        <p:origin x="878" y="72"/>
      </p:cViewPr>
      <p:guideLst/>
    </p:cSldViewPr>
  </p:slideViewPr>
  <p:outlineViewPr>
    <p:cViewPr>
      <p:scale>
        <a:sx n="33" d="100"/>
        <a:sy n="33" d="100"/>
      </p:scale>
      <p:origin x="0" y="-5760"/>
    </p:cViewPr>
  </p:outlineViewPr>
  <p:notesTextViewPr>
    <p:cViewPr>
      <p:scale>
        <a:sx n="1" d="1"/>
        <a:sy n="1" d="1"/>
      </p:scale>
      <p:origin x="0" y="0"/>
    </p:cViewPr>
  </p:notesTextViewPr>
  <p:sorterViewPr>
    <p:cViewPr varScale="1">
      <p:scale>
        <a:sx n="100" d="100"/>
        <a:sy n="100" d="100"/>
      </p:scale>
      <p:origin x="0" y="-7325"/>
    </p:cViewPr>
  </p:sorterViewPr>
  <p:notesViewPr>
    <p:cSldViewPr snapToGrid="0">
      <p:cViewPr varScale="1">
        <p:scale>
          <a:sx n="82" d="100"/>
          <a:sy n="82" d="100"/>
        </p:scale>
        <p:origin x="3942" y="7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commentAuthors" Target="commentAuthors.xml"/><Relationship Id="rId2" Type="http://schemas.openxmlformats.org/officeDocument/2006/relationships/customXml" Target="../customXml/item2.xml"/><Relationship Id="rId16" Type="http://schemas.openxmlformats.org/officeDocument/2006/relationships/handoutMaster" Target="handoutMasters/handoutMaster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8/10/relationships/authors" Target="authors.xml"/></Relationships>
</file>

<file path=ppt/diagrams/_rels/data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image" Target="../media/image1.png"/><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diagrams/_rels/data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svg"/><Relationship Id="rId1" Type="http://schemas.openxmlformats.org/officeDocument/2006/relationships/image" Target="../media/image7.png"/><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diagrams/_rels/drawing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image" Target="../media/image1.png"/><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diagrams/_rels/drawing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svg"/><Relationship Id="rId1" Type="http://schemas.openxmlformats.org/officeDocument/2006/relationships/image" Target="../media/image7.png"/><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diagrams/colors1.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F34775C-0029-4F73-A03B-168FEA85C52D}" type="doc">
      <dgm:prSet loTypeId="urn:microsoft.com/office/officeart/2018/2/layout/IconVerticalSolidList" loCatId="icon" qsTypeId="urn:microsoft.com/office/officeart/2005/8/quickstyle/simple4" qsCatId="simple" csTypeId="urn:microsoft.com/office/officeart/2005/8/colors/accent0_3" csCatId="mainScheme" phldr="1"/>
      <dgm:spPr/>
      <dgm:t>
        <a:bodyPr/>
        <a:lstStyle/>
        <a:p>
          <a:endParaRPr lang="en-US"/>
        </a:p>
      </dgm:t>
    </dgm:pt>
    <dgm:pt modelId="{A964B8F1-9AB4-417A-AF15-E8D5E23CEF47}">
      <dgm:prSet/>
      <dgm:spPr/>
      <dgm:t>
        <a:bodyPr/>
        <a:lstStyle/>
        <a:p>
          <a:pPr>
            <a:lnSpc>
              <a:spcPct val="100000"/>
            </a:lnSpc>
          </a:pPr>
          <a:r>
            <a:rPr lang="it-IT" dirty="0"/>
            <a:t>Analisi del sentiment di un dataset massivo eterogeneo composto da recensioni utente su venti applicazioni distinte, estratte dal Google Play Store</a:t>
          </a:r>
          <a:endParaRPr lang="en-US" dirty="0"/>
        </a:p>
      </dgm:t>
    </dgm:pt>
    <dgm:pt modelId="{FF9442B0-B68C-4F4B-B7EB-3CF7CD638A89}" type="parTrans" cxnId="{BC73F6D9-41F0-4E92-8E35-2DF7DEC52666}">
      <dgm:prSet/>
      <dgm:spPr/>
      <dgm:t>
        <a:bodyPr/>
        <a:lstStyle/>
        <a:p>
          <a:endParaRPr lang="en-US"/>
        </a:p>
      </dgm:t>
    </dgm:pt>
    <dgm:pt modelId="{2BA35371-9C81-43F2-8B78-CD8DF90A8E13}" type="sibTrans" cxnId="{BC73F6D9-41F0-4E92-8E35-2DF7DEC52666}">
      <dgm:prSet/>
      <dgm:spPr/>
      <dgm:t>
        <a:bodyPr/>
        <a:lstStyle/>
        <a:p>
          <a:endParaRPr lang="en-US"/>
        </a:p>
      </dgm:t>
    </dgm:pt>
    <dgm:pt modelId="{6B3A6270-A364-441E-A7D7-79B3772AD6C0}">
      <dgm:prSet/>
      <dgm:spPr/>
      <dgm:t>
        <a:bodyPr/>
        <a:lstStyle/>
        <a:p>
          <a:pPr>
            <a:lnSpc>
              <a:spcPct val="100000"/>
            </a:lnSpc>
          </a:pPr>
          <a:r>
            <a:rPr lang="it-IT"/>
            <a:t>Le recensioni provengono da 20 file csv e riguardano le top 20 applicazioni presenti sul Play Store riportando informazioni su contenuto della recensione e punteggio</a:t>
          </a:r>
          <a:endParaRPr lang="en-US" dirty="0"/>
        </a:p>
      </dgm:t>
    </dgm:pt>
    <dgm:pt modelId="{9960498A-772A-4074-87E7-49A016E73A67}" type="parTrans" cxnId="{BFC54BE0-6720-4530-8AC6-5ED0088E1F0B}">
      <dgm:prSet/>
      <dgm:spPr/>
      <dgm:t>
        <a:bodyPr/>
        <a:lstStyle/>
        <a:p>
          <a:endParaRPr lang="en-US"/>
        </a:p>
      </dgm:t>
    </dgm:pt>
    <dgm:pt modelId="{EEDCFD7D-54B2-4FD3-8C00-071A51DC57C5}" type="sibTrans" cxnId="{BFC54BE0-6720-4530-8AC6-5ED0088E1F0B}">
      <dgm:prSet/>
      <dgm:spPr/>
      <dgm:t>
        <a:bodyPr/>
        <a:lstStyle/>
        <a:p>
          <a:endParaRPr lang="en-US"/>
        </a:p>
      </dgm:t>
    </dgm:pt>
    <dgm:pt modelId="{F60FABD5-0FAF-4189-97BB-4D8C0ECA5081}">
      <dgm:prSet/>
      <dgm:spPr/>
      <dgm:t>
        <a:bodyPr/>
        <a:lstStyle/>
        <a:p>
          <a:pPr>
            <a:lnSpc>
              <a:spcPct val="100000"/>
            </a:lnSpc>
          </a:pPr>
          <a:r>
            <a:rPr lang="it-IT" dirty="0"/>
            <a:t>progettare, implementare e testare una pipeline di Big Data Analytics utilizzando Apache Spark in un ambiente distribuito su Cloud Azure effettuando benchmark su prestazioni e scalabilità</a:t>
          </a:r>
          <a:endParaRPr lang="en-US" dirty="0"/>
        </a:p>
      </dgm:t>
    </dgm:pt>
    <dgm:pt modelId="{B06FA0BA-84EF-4BCC-B8D9-FB6DAF0E61E0}" type="parTrans" cxnId="{1B2D95B9-87D4-4971-BC42-2B2B47736674}">
      <dgm:prSet/>
      <dgm:spPr/>
      <dgm:t>
        <a:bodyPr/>
        <a:lstStyle/>
        <a:p>
          <a:endParaRPr lang="en-US"/>
        </a:p>
      </dgm:t>
    </dgm:pt>
    <dgm:pt modelId="{F29FBA7F-7F61-41EC-B409-E478FEF5C21F}" type="sibTrans" cxnId="{1B2D95B9-87D4-4971-BC42-2B2B47736674}">
      <dgm:prSet/>
      <dgm:spPr/>
      <dgm:t>
        <a:bodyPr/>
        <a:lstStyle/>
        <a:p>
          <a:endParaRPr lang="en-US"/>
        </a:p>
      </dgm:t>
    </dgm:pt>
    <dgm:pt modelId="{C6858560-12E7-4A90-835A-2E27E62D6278}" type="pres">
      <dgm:prSet presAssocID="{3F34775C-0029-4F73-A03B-168FEA85C52D}" presName="root" presStyleCnt="0">
        <dgm:presLayoutVars>
          <dgm:dir/>
          <dgm:resizeHandles val="exact"/>
        </dgm:presLayoutVars>
      </dgm:prSet>
      <dgm:spPr/>
    </dgm:pt>
    <dgm:pt modelId="{AEBBC67D-C638-4FEA-B3B6-D1936B2BC36A}" type="pres">
      <dgm:prSet presAssocID="{A964B8F1-9AB4-417A-AF15-E8D5E23CEF47}" presName="compNode" presStyleCnt="0"/>
      <dgm:spPr/>
    </dgm:pt>
    <dgm:pt modelId="{3C88E6FA-B05B-43EE-A02C-805AC804CA1F}" type="pres">
      <dgm:prSet presAssocID="{A964B8F1-9AB4-417A-AF15-E8D5E23CEF47}" presName="bgRect" presStyleLbl="bgShp" presStyleIdx="0" presStyleCnt="3"/>
      <dgm:spPr/>
    </dgm:pt>
    <dgm:pt modelId="{3794FBA2-38E7-40D6-B997-337680D94C36}" type="pres">
      <dgm:prSet presAssocID="{A964B8F1-9AB4-417A-AF15-E8D5E23CEF47}" presName="iconRect" presStyleLbl="node1" presStyleIdx="0" presStyleCnt="3"/>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dgm:spPr>
      <dgm:extLst>
        <a:ext uri="{E40237B7-FDA0-4F09-8148-C483321AD2D9}">
          <dgm14:cNvPr xmlns:dgm14="http://schemas.microsoft.com/office/drawing/2010/diagram" id="0" name="" descr="Terra contorno"/>
        </a:ext>
      </dgm:extLst>
    </dgm:pt>
    <dgm:pt modelId="{9FAE3814-BDD1-49E2-BB33-27FB006D7510}" type="pres">
      <dgm:prSet presAssocID="{A964B8F1-9AB4-417A-AF15-E8D5E23CEF47}" presName="spaceRect" presStyleCnt="0"/>
      <dgm:spPr/>
    </dgm:pt>
    <dgm:pt modelId="{8454924D-B685-4571-9F8E-62B4042F5751}" type="pres">
      <dgm:prSet presAssocID="{A964B8F1-9AB4-417A-AF15-E8D5E23CEF47}" presName="parTx" presStyleLbl="revTx" presStyleIdx="0" presStyleCnt="3">
        <dgm:presLayoutVars>
          <dgm:chMax val="0"/>
          <dgm:chPref val="0"/>
        </dgm:presLayoutVars>
      </dgm:prSet>
      <dgm:spPr/>
    </dgm:pt>
    <dgm:pt modelId="{3E69D42A-BC43-4520-B28B-405283E0BD0D}" type="pres">
      <dgm:prSet presAssocID="{2BA35371-9C81-43F2-8B78-CD8DF90A8E13}" presName="sibTrans" presStyleCnt="0"/>
      <dgm:spPr/>
    </dgm:pt>
    <dgm:pt modelId="{CC24320D-C1F1-46BF-9052-BA9893D06813}" type="pres">
      <dgm:prSet presAssocID="{6B3A6270-A364-441E-A7D7-79B3772AD6C0}" presName="compNode" presStyleCnt="0"/>
      <dgm:spPr/>
    </dgm:pt>
    <dgm:pt modelId="{4F54F528-37AC-4C36-8A06-DB35C011C020}" type="pres">
      <dgm:prSet presAssocID="{6B3A6270-A364-441E-A7D7-79B3772AD6C0}" presName="bgRect" presStyleLbl="bgShp" presStyleIdx="1" presStyleCnt="3"/>
      <dgm:spPr/>
    </dgm:pt>
    <dgm:pt modelId="{ECD7A512-2B25-462F-896D-B2780AEC4151}" type="pres">
      <dgm:prSet presAssocID="{6B3A6270-A364-441E-A7D7-79B3772AD6C0}" presName="iconRect" presStyleLbl="node1" presStyleIdx="1" presStyleCnt="3"/>
      <dgm:spPr>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dgm:spPr>
      <dgm:extLst>
        <a:ext uri="{E40237B7-FDA0-4F09-8148-C483321AD2D9}">
          <dgm14:cNvPr xmlns:dgm14="http://schemas.microsoft.com/office/drawing/2010/diagram" id="0" name="" descr="Database con riempimento a tinta unita"/>
        </a:ext>
      </dgm:extLst>
    </dgm:pt>
    <dgm:pt modelId="{160DC1C8-DC96-472E-BEAB-E63DB894A23D}" type="pres">
      <dgm:prSet presAssocID="{6B3A6270-A364-441E-A7D7-79B3772AD6C0}" presName="spaceRect" presStyleCnt="0"/>
      <dgm:spPr/>
    </dgm:pt>
    <dgm:pt modelId="{1E67C80F-A944-4F7D-952D-C3AA444B2834}" type="pres">
      <dgm:prSet presAssocID="{6B3A6270-A364-441E-A7D7-79B3772AD6C0}" presName="parTx" presStyleLbl="revTx" presStyleIdx="1" presStyleCnt="3">
        <dgm:presLayoutVars>
          <dgm:chMax val="0"/>
          <dgm:chPref val="0"/>
        </dgm:presLayoutVars>
      </dgm:prSet>
      <dgm:spPr/>
    </dgm:pt>
    <dgm:pt modelId="{EBF33F19-F71B-4CE7-95AE-5143BE6F30A1}" type="pres">
      <dgm:prSet presAssocID="{EEDCFD7D-54B2-4FD3-8C00-071A51DC57C5}" presName="sibTrans" presStyleCnt="0"/>
      <dgm:spPr/>
    </dgm:pt>
    <dgm:pt modelId="{0F5FC106-E8BB-4BD6-8956-BE3192380F5A}" type="pres">
      <dgm:prSet presAssocID="{F60FABD5-0FAF-4189-97BB-4D8C0ECA5081}" presName="compNode" presStyleCnt="0"/>
      <dgm:spPr/>
    </dgm:pt>
    <dgm:pt modelId="{171DBD75-FA67-49D9-948B-F3549125765C}" type="pres">
      <dgm:prSet presAssocID="{F60FABD5-0FAF-4189-97BB-4D8C0ECA5081}" presName="bgRect" presStyleLbl="bgShp" presStyleIdx="2" presStyleCnt="3"/>
      <dgm:spPr/>
    </dgm:pt>
    <dgm:pt modelId="{A47C7D2A-C2E8-49C1-A463-130DB9577D91}" type="pres">
      <dgm:prSet presAssocID="{F60FABD5-0FAF-4189-97BB-4D8C0ECA5081}"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Syncing Cloud"/>
        </a:ext>
      </dgm:extLst>
    </dgm:pt>
    <dgm:pt modelId="{595DCC17-1C59-4DE9-A816-E144206F7F64}" type="pres">
      <dgm:prSet presAssocID="{F60FABD5-0FAF-4189-97BB-4D8C0ECA5081}" presName="spaceRect" presStyleCnt="0"/>
      <dgm:spPr/>
    </dgm:pt>
    <dgm:pt modelId="{60728486-6407-4D0E-8F99-55C68C585E66}" type="pres">
      <dgm:prSet presAssocID="{F60FABD5-0FAF-4189-97BB-4D8C0ECA5081}" presName="parTx" presStyleLbl="revTx" presStyleIdx="2" presStyleCnt="3">
        <dgm:presLayoutVars>
          <dgm:chMax val="0"/>
          <dgm:chPref val="0"/>
        </dgm:presLayoutVars>
      </dgm:prSet>
      <dgm:spPr/>
    </dgm:pt>
  </dgm:ptLst>
  <dgm:cxnLst>
    <dgm:cxn modelId="{6FBECF3E-9F69-4C60-A311-33A35D272C4D}" type="presOf" srcId="{6B3A6270-A364-441E-A7D7-79B3772AD6C0}" destId="{1E67C80F-A944-4F7D-952D-C3AA444B2834}" srcOrd="0" destOrd="0" presId="urn:microsoft.com/office/officeart/2018/2/layout/IconVerticalSolidList"/>
    <dgm:cxn modelId="{1243524A-822B-472A-9A90-EFD0E23399B5}" type="presOf" srcId="{A964B8F1-9AB4-417A-AF15-E8D5E23CEF47}" destId="{8454924D-B685-4571-9F8E-62B4042F5751}" srcOrd="0" destOrd="0" presId="urn:microsoft.com/office/officeart/2018/2/layout/IconVerticalSolidList"/>
    <dgm:cxn modelId="{C8FA6891-9E47-4E45-AA75-655BDCFB0C5B}" type="presOf" srcId="{3F34775C-0029-4F73-A03B-168FEA85C52D}" destId="{C6858560-12E7-4A90-835A-2E27E62D6278}" srcOrd="0" destOrd="0" presId="urn:microsoft.com/office/officeart/2018/2/layout/IconVerticalSolidList"/>
    <dgm:cxn modelId="{21C2F1A9-F4FD-450E-8C34-FFE41A8CBFAB}" type="presOf" srcId="{F60FABD5-0FAF-4189-97BB-4D8C0ECA5081}" destId="{60728486-6407-4D0E-8F99-55C68C585E66}" srcOrd="0" destOrd="0" presId="urn:microsoft.com/office/officeart/2018/2/layout/IconVerticalSolidList"/>
    <dgm:cxn modelId="{1B2D95B9-87D4-4971-BC42-2B2B47736674}" srcId="{3F34775C-0029-4F73-A03B-168FEA85C52D}" destId="{F60FABD5-0FAF-4189-97BB-4D8C0ECA5081}" srcOrd="2" destOrd="0" parTransId="{B06FA0BA-84EF-4BCC-B8D9-FB6DAF0E61E0}" sibTransId="{F29FBA7F-7F61-41EC-B409-E478FEF5C21F}"/>
    <dgm:cxn modelId="{BC73F6D9-41F0-4E92-8E35-2DF7DEC52666}" srcId="{3F34775C-0029-4F73-A03B-168FEA85C52D}" destId="{A964B8F1-9AB4-417A-AF15-E8D5E23CEF47}" srcOrd="0" destOrd="0" parTransId="{FF9442B0-B68C-4F4B-B7EB-3CF7CD638A89}" sibTransId="{2BA35371-9C81-43F2-8B78-CD8DF90A8E13}"/>
    <dgm:cxn modelId="{BFC54BE0-6720-4530-8AC6-5ED0088E1F0B}" srcId="{3F34775C-0029-4F73-A03B-168FEA85C52D}" destId="{6B3A6270-A364-441E-A7D7-79B3772AD6C0}" srcOrd="1" destOrd="0" parTransId="{9960498A-772A-4074-87E7-49A016E73A67}" sibTransId="{EEDCFD7D-54B2-4FD3-8C00-071A51DC57C5}"/>
    <dgm:cxn modelId="{236988A4-1CE4-4549-8FC3-54B478873CB7}" type="presParOf" srcId="{C6858560-12E7-4A90-835A-2E27E62D6278}" destId="{AEBBC67D-C638-4FEA-B3B6-D1936B2BC36A}" srcOrd="0" destOrd="0" presId="urn:microsoft.com/office/officeart/2018/2/layout/IconVerticalSolidList"/>
    <dgm:cxn modelId="{D3C5E533-E92F-4607-8ECE-D0CB62893CAA}" type="presParOf" srcId="{AEBBC67D-C638-4FEA-B3B6-D1936B2BC36A}" destId="{3C88E6FA-B05B-43EE-A02C-805AC804CA1F}" srcOrd="0" destOrd="0" presId="urn:microsoft.com/office/officeart/2018/2/layout/IconVerticalSolidList"/>
    <dgm:cxn modelId="{0EBEBF11-2E90-48DB-9244-E472D4AC3F01}" type="presParOf" srcId="{AEBBC67D-C638-4FEA-B3B6-D1936B2BC36A}" destId="{3794FBA2-38E7-40D6-B997-337680D94C36}" srcOrd="1" destOrd="0" presId="urn:microsoft.com/office/officeart/2018/2/layout/IconVerticalSolidList"/>
    <dgm:cxn modelId="{84FB0E62-1504-4DC5-9F22-4C6328F7F321}" type="presParOf" srcId="{AEBBC67D-C638-4FEA-B3B6-D1936B2BC36A}" destId="{9FAE3814-BDD1-49E2-BB33-27FB006D7510}" srcOrd="2" destOrd="0" presId="urn:microsoft.com/office/officeart/2018/2/layout/IconVerticalSolidList"/>
    <dgm:cxn modelId="{CA776121-B0CA-4953-A871-0F8601D16D8E}" type="presParOf" srcId="{AEBBC67D-C638-4FEA-B3B6-D1936B2BC36A}" destId="{8454924D-B685-4571-9F8E-62B4042F5751}" srcOrd="3" destOrd="0" presId="urn:microsoft.com/office/officeart/2018/2/layout/IconVerticalSolidList"/>
    <dgm:cxn modelId="{F879CBDC-BF82-4559-A2F5-672B0ED60F26}" type="presParOf" srcId="{C6858560-12E7-4A90-835A-2E27E62D6278}" destId="{3E69D42A-BC43-4520-B28B-405283E0BD0D}" srcOrd="1" destOrd="0" presId="urn:microsoft.com/office/officeart/2018/2/layout/IconVerticalSolidList"/>
    <dgm:cxn modelId="{0281AB27-8433-4646-9E38-8AC26643173D}" type="presParOf" srcId="{C6858560-12E7-4A90-835A-2E27E62D6278}" destId="{CC24320D-C1F1-46BF-9052-BA9893D06813}" srcOrd="2" destOrd="0" presId="urn:microsoft.com/office/officeart/2018/2/layout/IconVerticalSolidList"/>
    <dgm:cxn modelId="{5F97A087-6213-452A-8379-98085FC37B91}" type="presParOf" srcId="{CC24320D-C1F1-46BF-9052-BA9893D06813}" destId="{4F54F528-37AC-4C36-8A06-DB35C011C020}" srcOrd="0" destOrd="0" presId="urn:microsoft.com/office/officeart/2018/2/layout/IconVerticalSolidList"/>
    <dgm:cxn modelId="{BE37047F-0A40-4ED8-8948-872E5DD94F83}" type="presParOf" srcId="{CC24320D-C1F1-46BF-9052-BA9893D06813}" destId="{ECD7A512-2B25-462F-896D-B2780AEC4151}" srcOrd="1" destOrd="0" presId="urn:microsoft.com/office/officeart/2018/2/layout/IconVerticalSolidList"/>
    <dgm:cxn modelId="{9E4D3420-A047-4341-963B-B9DE07D9F02A}" type="presParOf" srcId="{CC24320D-C1F1-46BF-9052-BA9893D06813}" destId="{160DC1C8-DC96-472E-BEAB-E63DB894A23D}" srcOrd="2" destOrd="0" presId="urn:microsoft.com/office/officeart/2018/2/layout/IconVerticalSolidList"/>
    <dgm:cxn modelId="{8E1964AC-F2C7-4E6D-9450-8EBCD622CA2E}" type="presParOf" srcId="{CC24320D-C1F1-46BF-9052-BA9893D06813}" destId="{1E67C80F-A944-4F7D-952D-C3AA444B2834}" srcOrd="3" destOrd="0" presId="urn:microsoft.com/office/officeart/2018/2/layout/IconVerticalSolidList"/>
    <dgm:cxn modelId="{4E832BAE-DF60-4A0B-805D-F9FBAE756BA6}" type="presParOf" srcId="{C6858560-12E7-4A90-835A-2E27E62D6278}" destId="{EBF33F19-F71B-4CE7-95AE-5143BE6F30A1}" srcOrd="3" destOrd="0" presId="urn:microsoft.com/office/officeart/2018/2/layout/IconVerticalSolidList"/>
    <dgm:cxn modelId="{13BC25A7-5144-4CFD-B02E-E91923F309F6}" type="presParOf" srcId="{C6858560-12E7-4A90-835A-2E27E62D6278}" destId="{0F5FC106-E8BB-4BD6-8956-BE3192380F5A}" srcOrd="4" destOrd="0" presId="urn:microsoft.com/office/officeart/2018/2/layout/IconVerticalSolidList"/>
    <dgm:cxn modelId="{8E6DC498-CC31-4B1A-A0DA-87C061EE887E}" type="presParOf" srcId="{0F5FC106-E8BB-4BD6-8956-BE3192380F5A}" destId="{171DBD75-FA67-49D9-948B-F3549125765C}" srcOrd="0" destOrd="0" presId="urn:microsoft.com/office/officeart/2018/2/layout/IconVerticalSolidList"/>
    <dgm:cxn modelId="{88D74CA0-B951-4E2E-9F06-0901177BE9B6}" type="presParOf" srcId="{0F5FC106-E8BB-4BD6-8956-BE3192380F5A}" destId="{A47C7D2A-C2E8-49C1-A463-130DB9577D91}" srcOrd="1" destOrd="0" presId="urn:microsoft.com/office/officeart/2018/2/layout/IconVerticalSolidList"/>
    <dgm:cxn modelId="{FCDA0D18-3E67-4E3F-832E-348FFE66D6E4}" type="presParOf" srcId="{0F5FC106-E8BB-4BD6-8956-BE3192380F5A}" destId="{595DCC17-1C59-4DE9-A816-E144206F7F64}" srcOrd="2" destOrd="0" presId="urn:microsoft.com/office/officeart/2018/2/layout/IconVerticalSolidList"/>
    <dgm:cxn modelId="{006B1865-0CC9-45D6-B514-F5D8D180D021}" type="presParOf" srcId="{0F5FC106-E8BB-4BD6-8956-BE3192380F5A}" destId="{60728486-6407-4D0E-8F99-55C68C585E66}"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371E1CF-B9A4-4B2A-A742-564622FD10FF}" type="doc">
      <dgm:prSet loTypeId="urn:microsoft.com/office/officeart/2018/2/layout/IconLabelDescriptionList" loCatId="icon" qsTypeId="urn:microsoft.com/office/officeart/2005/8/quickstyle/simple4" qsCatId="simple" csTypeId="urn:microsoft.com/office/officeart/2005/8/colors/accent0_3" csCatId="mainScheme" phldr="1"/>
      <dgm:spPr/>
      <dgm:t>
        <a:bodyPr/>
        <a:lstStyle/>
        <a:p>
          <a:endParaRPr lang="en-US"/>
        </a:p>
      </dgm:t>
    </dgm:pt>
    <dgm:pt modelId="{62F17479-00D0-48CB-BC21-5056C5D28DEC}">
      <dgm:prSet/>
      <dgm:spPr/>
      <dgm:t>
        <a:bodyPr/>
        <a:lstStyle/>
        <a:p>
          <a:pPr>
            <a:lnSpc>
              <a:spcPct val="100000"/>
            </a:lnSpc>
            <a:defRPr b="1"/>
          </a:pPr>
          <a:r>
            <a:rPr lang="it-IT" b="1"/>
            <a:t>Infrastruttura Cloud:</a:t>
          </a:r>
          <a:endParaRPr lang="en-US"/>
        </a:p>
      </dgm:t>
    </dgm:pt>
    <dgm:pt modelId="{2872C215-CDB6-4CEE-9B6F-C82B6F1CEFF0}" type="parTrans" cxnId="{EEB42AD0-E1B9-48C8-B5D7-13D2FE23351B}">
      <dgm:prSet/>
      <dgm:spPr/>
      <dgm:t>
        <a:bodyPr/>
        <a:lstStyle/>
        <a:p>
          <a:endParaRPr lang="en-US"/>
        </a:p>
      </dgm:t>
    </dgm:pt>
    <dgm:pt modelId="{D6A4112A-7FEF-4791-9787-B70A343C62D9}" type="sibTrans" cxnId="{EEB42AD0-E1B9-48C8-B5D7-13D2FE23351B}">
      <dgm:prSet/>
      <dgm:spPr/>
      <dgm:t>
        <a:bodyPr/>
        <a:lstStyle/>
        <a:p>
          <a:endParaRPr lang="en-US"/>
        </a:p>
      </dgm:t>
    </dgm:pt>
    <dgm:pt modelId="{667C3887-12A0-4123-8132-1AE38B69BAC5}">
      <dgm:prSet/>
      <dgm:spPr/>
      <dgm:t>
        <a:bodyPr/>
        <a:lstStyle/>
        <a:p>
          <a:pPr>
            <a:lnSpc>
              <a:spcPct val="100000"/>
            </a:lnSpc>
          </a:pPr>
          <a:r>
            <a:rPr lang="it-IT" b="1"/>
            <a:t>Ambiente:</a:t>
          </a:r>
          <a:r>
            <a:rPr lang="it-IT"/>
            <a:t> Microsoft Azure</a:t>
          </a:r>
          <a:endParaRPr lang="en-US"/>
        </a:p>
      </dgm:t>
    </dgm:pt>
    <dgm:pt modelId="{8CED6DC4-E6FE-44A6-87D8-B7F421C8A721}" type="parTrans" cxnId="{0DE27665-4AFA-46D6-ACD4-D2471782F53A}">
      <dgm:prSet/>
      <dgm:spPr/>
      <dgm:t>
        <a:bodyPr/>
        <a:lstStyle/>
        <a:p>
          <a:endParaRPr lang="en-US"/>
        </a:p>
      </dgm:t>
    </dgm:pt>
    <dgm:pt modelId="{D6F53DC9-E790-45FB-A6BE-E9B566B09F91}" type="sibTrans" cxnId="{0DE27665-4AFA-46D6-ACD4-D2471782F53A}">
      <dgm:prSet/>
      <dgm:spPr/>
      <dgm:t>
        <a:bodyPr/>
        <a:lstStyle/>
        <a:p>
          <a:endParaRPr lang="en-US"/>
        </a:p>
      </dgm:t>
    </dgm:pt>
    <dgm:pt modelId="{42A2F9DE-75CF-4706-AE8A-52A8693D2328}">
      <dgm:prSet/>
      <dgm:spPr/>
      <dgm:t>
        <a:bodyPr/>
        <a:lstStyle/>
        <a:p>
          <a:pPr>
            <a:lnSpc>
              <a:spcPct val="100000"/>
            </a:lnSpc>
          </a:pPr>
          <a:r>
            <a:rPr lang="it-IT" b="1"/>
            <a:t>Nodi:</a:t>
          </a:r>
          <a:r>
            <a:rPr lang="it-IT"/>
            <a:t> 5 VM totali</a:t>
          </a:r>
          <a:endParaRPr lang="en-US"/>
        </a:p>
      </dgm:t>
    </dgm:pt>
    <dgm:pt modelId="{7C82598D-BD95-447C-91DA-D7EBF0A5D69C}" type="parTrans" cxnId="{E56122A7-1A70-4BCC-9E09-92507D933E66}">
      <dgm:prSet/>
      <dgm:spPr/>
      <dgm:t>
        <a:bodyPr/>
        <a:lstStyle/>
        <a:p>
          <a:endParaRPr lang="en-US"/>
        </a:p>
      </dgm:t>
    </dgm:pt>
    <dgm:pt modelId="{B27523F6-9B97-4ACB-8D66-E240F7255BD9}" type="sibTrans" cxnId="{E56122A7-1A70-4BCC-9E09-92507D933E66}">
      <dgm:prSet/>
      <dgm:spPr/>
      <dgm:t>
        <a:bodyPr/>
        <a:lstStyle/>
        <a:p>
          <a:endParaRPr lang="en-US"/>
        </a:p>
      </dgm:t>
    </dgm:pt>
    <dgm:pt modelId="{5E670622-60F7-4579-A27C-A8A424194380}">
      <dgm:prSet/>
      <dgm:spPr/>
      <dgm:t>
        <a:bodyPr/>
        <a:lstStyle/>
        <a:p>
          <a:r>
            <a:rPr lang="it-IT" b="1"/>
            <a:t>1 Master:</a:t>
          </a:r>
          <a:r>
            <a:rPr lang="it-IT"/>
            <a:t> Coordinamento e gestione del cluster</a:t>
          </a:r>
          <a:endParaRPr lang="en-US"/>
        </a:p>
      </dgm:t>
    </dgm:pt>
    <dgm:pt modelId="{90A80B60-4976-420B-964D-3ABB9E6440FB}" type="parTrans" cxnId="{AFE89806-14E2-4103-B6FE-CB506D064D54}">
      <dgm:prSet/>
      <dgm:spPr/>
      <dgm:t>
        <a:bodyPr/>
        <a:lstStyle/>
        <a:p>
          <a:endParaRPr lang="en-US"/>
        </a:p>
      </dgm:t>
    </dgm:pt>
    <dgm:pt modelId="{64D78A6B-5FB2-415F-8A0E-7772CAD18965}" type="sibTrans" cxnId="{AFE89806-14E2-4103-B6FE-CB506D064D54}">
      <dgm:prSet/>
      <dgm:spPr/>
      <dgm:t>
        <a:bodyPr/>
        <a:lstStyle/>
        <a:p>
          <a:endParaRPr lang="en-US"/>
        </a:p>
      </dgm:t>
    </dgm:pt>
    <dgm:pt modelId="{C4D243C5-3854-4EDD-B4D4-FD59B10CF359}">
      <dgm:prSet/>
      <dgm:spPr/>
      <dgm:t>
        <a:bodyPr/>
        <a:lstStyle/>
        <a:p>
          <a:r>
            <a:rPr lang="it-IT" b="1"/>
            <a:t>4 Workers:</a:t>
          </a:r>
          <a:r>
            <a:rPr lang="it-IT"/>
            <a:t> Nodi computazionali dedicati ai task paralleli</a:t>
          </a:r>
          <a:endParaRPr lang="en-US"/>
        </a:p>
      </dgm:t>
    </dgm:pt>
    <dgm:pt modelId="{C48A5CE5-3A3C-459C-BBF1-3384B74C4194}" type="parTrans" cxnId="{C914FA3A-8395-460C-8F5B-7ABDE225D18D}">
      <dgm:prSet/>
      <dgm:spPr/>
      <dgm:t>
        <a:bodyPr/>
        <a:lstStyle/>
        <a:p>
          <a:endParaRPr lang="en-US"/>
        </a:p>
      </dgm:t>
    </dgm:pt>
    <dgm:pt modelId="{944B34D3-950F-4F0E-B3AC-6C76BBA9667B}" type="sibTrans" cxnId="{C914FA3A-8395-460C-8F5B-7ABDE225D18D}">
      <dgm:prSet/>
      <dgm:spPr/>
      <dgm:t>
        <a:bodyPr/>
        <a:lstStyle/>
        <a:p>
          <a:endParaRPr lang="en-US"/>
        </a:p>
      </dgm:t>
    </dgm:pt>
    <dgm:pt modelId="{94DB3AE3-26E2-48CE-8209-492222E2B5F5}">
      <dgm:prSet/>
      <dgm:spPr/>
      <dgm:t>
        <a:bodyPr/>
        <a:lstStyle/>
        <a:p>
          <a:pPr>
            <a:lnSpc>
              <a:spcPct val="100000"/>
            </a:lnSpc>
          </a:pPr>
          <a:r>
            <a:rPr lang="it-IT" b="1"/>
            <a:t>Rete:</a:t>
          </a:r>
          <a:r>
            <a:rPr lang="it-IT"/>
            <a:t> Virtual Network privata per garantire bassa latenza tra i nodi</a:t>
          </a:r>
          <a:endParaRPr lang="en-US"/>
        </a:p>
      </dgm:t>
    </dgm:pt>
    <dgm:pt modelId="{E09DAF18-2D9D-4DE9-B1F2-2E1BF9AD5E1D}" type="parTrans" cxnId="{75594B80-0BB4-4D4A-93D9-E5E54782FE56}">
      <dgm:prSet/>
      <dgm:spPr/>
      <dgm:t>
        <a:bodyPr/>
        <a:lstStyle/>
        <a:p>
          <a:endParaRPr lang="en-US"/>
        </a:p>
      </dgm:t>
    </dgm:pt>
    <dgm:pt modelId="{C9AAC58C-DC02-420E-8BC7-E6234C1B5F6A}" type="sibTrans" cxnId="{75594B80-0BB4-4D4A-93D9-E5E54782FE56}">
      <dgm:prSet/>
      <dgm:spPr/>
      <dgm:t>
        <a:bodyPr/>
        <a:lstStyle/>
        <a:p>
          <a:endParaRPr lang="en-US"/>
        </a:p>
      </dgm:t>
    </dgm:pt>
    <dgm:pt modelId="{E4A0751E-1829-4A98-B712-DE32EB544651}">
      <dgm:prSet/>
      <dgm:spPr/>
      <dgm:t>
        <a:bodyPr/>
        <a:lstStyle/>
        <a:p>
          <a:pPr>
            <a:lnSpc>
              <a:spcPct val="100000"/>
            </a:lnSpc>
            <a:defRPr b="1"/>
          </a:pPr>
          <a:r>
            <a:rPr lang="it-IT" b="1"/>
            <a:t>Stack software:</a:t>
          </a:r>
          <a:endParaRPr lang="en-US"/>
        </a:p>
      </dgm:t>
    </dgm:pt>
    <dgm:pt modelId="{74ADA6D8-F38C-4015-BB0E-D8E1A28A4C2F}" type="parTrans" cxnId="{BADFD1D0-44FB-436B-836F-E9B7D908B729}">
      <dgm:prSet/>
      <dgm:spPr/>
      <dgm:t>
        <a:bodyPr/>
        <a:lstStyle/>
        <a:p>
          <a:endParaRPr lang="en-US"/>
        </a:p>
      </dgm:t>
    </dgm:pt>
    <dgm:pt modelId="{1EC62A81-5344-4736-AF27-A71F94EDABC7}" type="sibTrans" cxnId="{BADFD1D0-44FB-436B-836F-E9B7D908B729}">
      <dgm:prSet/>
      <dgm:spPr/>
      <dgm:t>
        <a:bodyPr/>
        <a:lstStyle/>
        <a:p>
          <a:endParaRPr lang="en-US"/>
        </a:p>
      </dgm:t>
    </dgm:pt>
    <dgm:pt modelId="{D3DD97E5-7AF8-4A26-82A0-087860D7DF25}">
      <dgm:prSet/>
      <dgm:spPr/>
      <dgm:t>
        <a:bodyPr/>
        <a:lstStyle/>
        <a:p>
          <a:pPr>
            <a:lnSpc>
              <a:spcPct val="100000"/>
            </a:lnSpc>
          </a:pPr>
          <a:r>
            <a:rPr lang="it-IT" b="1" dirty="0"/>
            <a:t>Motore di calcolo: </a:t>
          </a:r>
          <a:r>
            <a:rPr lang="it-IT" dirty="0"/>
            <a:t>Apache Spark 3.5.0</a:t>
          </a:r>
          <a:endParaRPr lang="en-US" dirty="0"/>
        </a:p>
      </dgm:t>
    </dgm:pt>
    <dgm:pt modelId="{4D8C53DA-14D5-4557-AA00-967692C5DDC8}" type="parTrans" cxnId="{D37D8FBD-4B3F-4B33-954F-48A0BAC90842}">
      <dgm:prSet/>
      <dgm:spPr/>
      <dgm:t>
        <a:bodyPr/>
        <a:lstStyle/>
        <a:p>
          <a:endParaRPr lang="en-US"/>
        </a:p>
      </dgm:t>
    </dgm:pt>
    <dgm:pt modelId="{364DA93D-1F53-4CF6-A14E-6851DAFCE638}" type="sibTrans" cxnId="{D37D8FBD-4B3F-4B33-954F-48A0BAC90842}">
      <dgm:prSet/>
      <dgm:spPr/>
      <dgm:t>
        <a:bodyPr/>
        <a:lstStyle/>
        <a:p>
          <a:endParaRPr lang="en-US"/>
        </a:p>
      </dgm:t>
    </dgm:pt>
    <dgm:pt modelId="{73A8C724-CB46-4CFC-B1AC-04572CEA2D37}">
      <dgm:prSet/>
      <dgm:spPr/>
      <dgm:t>
        <a:bodyPr/>
        <a:lstStyle/>
        <a:p>
          <a:pPr>
            <a:lnSpc>
              <a:spcPct val="100000"/>
            </a:lnSpc>
          </a:pPr>
          <a:r>
            <a:rPr lang="en-US" b="1"/>
            <a:t>Storage:</a:t>
          </a:r>
          <a:r>
            <a:rPr lang="en-US"/>
            <a:t> Apache Hadoop 3.3.6</a:t>
          </a:r>
        </a:p>
      </dgm:t>
    </dgm:pt>
    <dgm:pt modelId="{1623132A-2734-4B53-96A6-3F73A54319E0}" type="parTrans" cxnId="{F2D43371-0638-460C-AF56-91881DA15709}">
      <dgm:prSet/>
      <dgm:spPr/>
      <dgm:t>
        <a:bodyPr/>
        <a:lstStyle/>
        <a:p>
          <a:endParaRPr lang="en-US"/>
        </a:p>
      </dgm:t>
    </dgm:pt>
    <dgm:pt modelId="{09163F9D-8996-43C4-A660-CC462EB0A406}" type="sibTrans" cxnId="{F2D43371-0638-460C-AF56-91881DA15709}">
      <dgm:prSet/>
      <dgm:spPr/>
      <dgm:t>
        <a:bodyPr/>
        <a:lstStyle/>
        <a:p>
          <a:endParaRPr lang="en-US"/>
        </a:p>
      </dgm:t>
    </dgm:pt>
    <dgm:pt modelId="{A1C3188A-9A84-4A2F-8287-8D05519F4717}">
      <dgm:prSet/>
      <dgm:spPr/>
      <dgm:t>
        <a:bodyPr/>
        <a:lstStyle/>
        <a:p>
          <a:pPr>
            <a:lnSpc>
              <a:spcPct val="100000"/>
            </a:lnSpc>
          </a:pPr>
          <a:r>
            <a:rPr lang="it-IT" b="1" dirty="0"/>
            <a:t>Linguaggio:</a:t>
          </a:r>
          <a:r>
            <a:rPr lang="it-IT" dirty="0"/>
            <a:t> Python per la definizione della pipeline NLP e la data </a:t>
          </a:r>
          <a:r>
            <a:rPr lang="it-IT" dirty="0" err="1"/>
            <a:t>visuallization</a:t>
          </a:r>
          <a:r>
            <a:rPr lang="it-IT" dirty="0"/>
            <a:t>.</a:t>
          </a:r>
          <a:endParaRPr lang="en-US" dirty="0"/>
        </a:p>
      </dgm:t>
    </dgm:pt>
    <dgm:pt modelId="{C1AA59A2-21F8-4B60-9EF9-69BB4015F357}" type="parTrans" cxnId="{27FC3863-2F52-4A3F-A7C4-C5B9A3E34EA7}">
      <dgm:prSet/>
      <dgm:spPr/>
      <dgm:t>
        <a:bodyPr/>
        <a:lstStyle/>
        <a:p>
          <a:endParaRPr lang="en-US"/>
        </a:p>
      </dgm:t>
    </dgm:pt>
    <dgm:pt modelId="{A67B5282-F327-4795-9E2E-E9B0E9DFE68F}" type="sibTrans" cxnId="{27FC3863-2F52-4A3F-A7C4-C5B9A3E34EA7}">
      <dgm:prSet/>
      <dgm:spPr/>
      <dgm:t>
        <a:bodyPr/>
        <a:lstStyle/>
        <a:p>
          <a:endParaRPr lang="en-US"/>
        </a:p>
      </dgm:t>
    </dgm:pt>
    <dgm:pt modelId="{BD22C9CE-5B07-4CC3-B73C-5E8CCF12CC5D}">
      <dgm:prSet/>
      <dgm:spPr/>
      <dgm:t>
        <a:bodyPr/>
        <a:lstStyle/>
        <a:p>
          <a:pPr>
            <a:lnSpc>
              <a:spcPct val="100000"/>
            </a:lnSpc>
            <a:defRPr b="1"/>
          </a:pPr>
          <a:r>
            <a:rPr lang="it-IT"/>
            <a:t>Strategia di Storage:</a:t>
          </a:r>
          <a:endParaRPr lang="en-US"/>
        </a:p>
      </dgm:t>
    </dgm:pt>
    <dgm:pt modelId="{30B14757-128C-4136-B45A-E87BA7E0B408}" type="parTrans" cxnId="{8E97921D-BDFC-47C7-B60D-6A34A7FFBEEC}">
      <dgm:prSet/>
      <dgm:spPr/>
      <dgm:t>
        <a:bodyPr/>
        <a:lstStyle/>
        <a:p>
          <a:endParaRPr lang="en-US"/>
        </a:p>
      </dgm:t>
    </dgm:pt>
    <dgm:pt modelId="{81251AE1-8FD5-48B3-99C0-FE492851E223}" type="sibTrans" cxnId="{8E97921D-BDFC-47C7-B60D-6A34A7FFBEEC}">
      <dgm:prSet/>
      <dgm:spPr/>
      <dgm:t>
        <a:bodyPr/>
        <a:lstStyle/>
        <a:p>
          <a:endParaRPr lang="en-US"/>
        </a:p>
      </dgm:t>
    </dgm:pt>
    <dgm:pt modelId="{53264A87-B870-4F3A-8A02-33C1263C9984}">
      <dgm:prSet/>
      <dgm:spPr/>
      <dgm:t>
        <a:bodyPr/>
        <a:lstStyle/>
        <a:p>
          <a:pPr>
            <a:lnSpc>
              <a:spcPct val="100000"/>
            </a:lnSpc>
          </a:pPr>
          <a:r>
            <a:rPr lang="it-IT" b="1"/>
            <a:t>HDFS Replication Factor:</a:t>
          </a:r>
          <a:r>
            <a:rPr lang="it-IT"/>
            <a:t> 3</a:t>
          </a:r>
          <a:endParaRPr lang="en-US"/>
        </a:p>
      </dgm:t>
    </dgm:pt>
    <dgm:pt modelId="{B3C51634-37EF-437B-BF6E-F876990F2A5F}" type="parTrans" cxnId="{B2BE3FD6-2464-4315-9386-0A0C76D0470B}">
      <dgm:prSet/>
      <dgm:spPr/>
      <dgm:t>
        <a:bodyPr/>
        <a:lstStyle/>
        <a:p>
          <a:endParaRPr lang="en-US"/>
        </a:p>
      </dgm:t>
    </dgm:pt>
    <dgm:pt modelId="{01C3103A-822D-4363-8563-E557E36F4374}" type="sibTrans" cxnId="{B2BE3FD6-2464-4315-9386-0A0C76D0470B}">
      <dgm:prSet/>
      <dgm:spPr/>
      <dgm:t>
        <a:bodyPr/>
        <a:lstStyle/>
        <a:p>
          <a:endParaRPr lang="en-US"/>
        </a:p>
      </dgm:t>
    </dgm:pt>
    <dgm:pt modelId="{F0AD08A3-5C67-442F-B5AB-E75A5201ACC6}">
      <dgm:prSet/>
      <dgm:spPr/>
      <dgm:t>
        <a:bodyPr/>
        <a:lstStyle/>
        <a:p>
          <a:pPr>
            <a:lnSpc>
              <a:spcPct val="100000"/>
            </a:lnSpc>
          </a:pPr>
          <a:r>
            <a:rPr lang="it-IT" b="1" dirty="0"/>
            <a:t>Data </a:t>
          </a:r>
          <a:r>
            <a:rPr lang="it-IT" b="1" dirty="0" err="1"/>
            <a:t>Locality</a:t>
          </a:r>
          <a:r>
            <a:rPr lang="it-IT" b="1" dirty="0"/>
            <a:t>:</a:t>
          </a:r>
          <a:r>
            <a:rPr lang="it-IT" dirty="0"/>
            <a:t> Spark assegna i task ai worker che ospitano fisicamente i blocchi di dati, riducendo il traffico di rete</a:t>
          </a:r>
          <a:endParaRPr lang="en-US" dirty="0"/>
        </a:p>
      </dgm:t>
    </dgm:pt>
    <dgm:pt modelId="{97654C14-81CB-41D3-AE81-1A944B0A2327}" type="parTrans" cxnId="{597705CA-B0C1-404F-8B69-B5F5A6347532}">
      <dgm:prSet/>
      <dgm:spPr/>
      <dgm:t>
        <a:bodyPr/>
        <a:lstStyle/>
        <a:p>
          <a:endParaRPr lang="en-US"/>
        </a:p>
      </dgm:t>
    </dgm:pt>
    <dgm:pt modelId="{0C32E743-69A5-4978-B1B1-B03F40C7EE69}" type="sibTrans" cxnId="{597705CA-B0C1-404F-8B69-B5F5A6347532}">
      <dgm:prSet/>
      <dgm:spPr/>
      <dgm:t>
        <a:bodyPr/>
        <a:lstStyle/>
        <a:p>
          <a:endParaRPr lang="en-US"/>
        </a:p>
      </dgm:t>
    </dgm:pt>
    <dgm:pt modelId="{1A246C38-A164-4D73-9E45-08D8ED4F0D42}">
      <dgm:prSet/>
      <dgm:spPr/>
      <dgm:t>
        <a:bodyPr/>
        <a:lstStyle/>
        <a:p>
          <a:pPr>
            <a:lnSpc>
              <a:spcPct val="100000"/>
            </a:lnSpc>
          </a:pPr>
          <a:r>
            <a:rPr lang="it-IT" b="1"/>
            <a:t>Formato Dati:</a:t>
          </a:r>
          <a:r>
            <a:rPr lang="it-IT"/>
            <a:t> Apache Parquet</a:t>
          </a:r>
          <a:endParaRPr lang="en-US"/>
        </a:p>
      </dgm:t>
    </dgm:pt>
    <dgm:pt modelId="{BA61E252-7830-4536-ACEA-307FEEBFAA0A}" type="parTrans" cxnId="{E6AFF797-5C2D-46A0-9385-AB5A9C79C52E}">
      <dgm:prSet/>
      <dgm:spPr/>
      <dgm:t>
        <a:bodyPr/>
        <a:lstStyle/>
        <a:p>
          <a:endParaRPr lang="en-US"/>
        </a:p>
      </dgm:t>
    </dgm:pt>
    <dgm:pt modelId="{5FB27C23-26D8-4D29-B53B-6E35D354B72E}" type="sibTrans" cxnId="{E6AFF797-5C2D-46A0-9385-AB5A9C79C52E}">
      <dgm:prSet/>
      <dgm:spPr/>
      <dgm:t>
        <a:bodyPr/>
        <a:lstStyle/>
        <a:p>
          <a:endParaRPr lang="en-US"/>
        </a:p>
      </dgm:t>
    </dgm:pt>
    <dgm:pt modelId="{618A9D9A-5024-461B-AA09-4E92343E1773}" type="pres">
      <dgm:prSet presAssocID="{F371E1CF-B9A4-4B2A-A742-564622FD10FF}" presName="root" presStyleCnt="0">
        <dgm:presLayoutVars>
          <dgm:dir/>
          <dgm:resizeHandles val="exact"/>
        </dgm:presLayoutVars>
      </dgm:prSet>
      <dgm:spPr/>
    </dgm:pt>
    <dgm:pt modelId="{9E51F48C-8466-41AE-AA80-419EF557416D}" type="pres">
      <dgm:prSet presAssocID="{62F17479-00D0-48CB-BC21-5056C5D28DEC}" presName="compNode" presStyleCnt="0"/>
      <dgm:spPr/>
    </dgm:pt>
    <dgm:pt modelId="{58232289-B8A7-482D-BF32-8120D864CAC5}" type="pres">
      <dgm:prSet presAssocID="{62F17479-00D0-48CB-BC21-5056C5D28DEC}" presName="iconRect" presStyleLbl="node1" presStyleIdx="0" presStyleCnt="3"/>
      <dgm:spPr>
        <a:blipFill>
          <a:blip xmlns:r="http://schemas.openxmlformats.org/officeDocument/2006/relationships" r:embed="rId1">
            <a:extLst>
              <a:ext uri="{96DAC541-7B7A-43D3-8B79-37D633B846F1}">
                <asvg:svgBlip xmlns:asvg="http://schemas.microsoft.com/office/drawing/2016/SVG/main" r:embed="rId2"/>
              </a:ext>
            </a:extLst>
          </a:blip>
          <a:srcRect/>
          <a:stretch>
            <a:fillRect t="-16000" b="-16000"/>
          </a:stretch>
        </a:blipFill>
      </dgm:spPr>
      <dgm:extLst>
        <a:ext uri="{E40237B7-FDA0-4F09-8148-C483321AD2D9}">
          <dgm14:cNvPr xmlns:dgm14="http://schemas.microsoft.com/office/drawing/2010/diagram" id="0" name="" descr="Nuvola con riempimento a tinta unita"/>
        </a:ext>
      </dgm:extLst>
    </dgm:pt>
    <dgm:pt modelId="{1A7B9BA2-5B84-43C3-BB69-4107DF7D1A22}" type="pres">
      <dgm:prSet presAssocID="{62F17479-00D0-48CB-BC21-5056C5D28DEC}" presName="iconSpace" presStyleCnt="0"/>
      <dgm:spPr/>
    </dgm:pt>
    <dgm:pt modelId="{7C7CE761-D7E6-4DCC-BE48-7689E3BB196C}" type="pres">
      <dgm:prSet presAssocID="{62F17479-00D0-48CB-BC21-5056C5D28DEC}" presName="parTx" presStyleLbl="revTx" presStyleIdx="0" presStyleCnt="6">
        <dgm:presLayoutVars>
          <dgm:chMax val="0"/>
          <dgm:chPref val="0"/>
        </dgm:presLayoutVars>
      </dgm:prSet>
      <dgm:spPr/>
    </dgm:pt>
    <dgm:pt modelId="{3F541E6A-6765-44E2-9BD5-A2179EE3A0D5}" type="pres">
      <dgm:prSet presAssocID="{62F17479-00D0-48CB-BC21-5056C5D28DEC}" presName="txSpace" presStyleCnt="0"/>
      <dgm:spPr/>
    </dgm:pt>
    <dgm:pt modelId="{F5BF32B8-1A6E-452A-80BE-425949495B07}" type="pres">
      <dgm:prSet presAssocID="{62F17479-00D0-48CB-BC21-5056C5D28DEC}" presName="desTx" presStyleLbl="revTx" presStyleIdx="1" presStyleCnt="6">
        <dgm:presLayoutVars/>
      </dgm:prSet>
      <dgm:spPr/>
    </dgm:pt>
    <dgm:pt modelId="{4C090098-1C15-4C13-921F-5184171C386E}" type="pres">
      <dgm:prSet presAssocID="{D6A4112A-7FEF-4791-9787-B70A343C62D9}" presName="sibTrans" presStyleCnt="0"/>
      <dgm:spPr/>
    </dgm:pt>
    <dgm:pt modelId="{4CE90A98-BB54-47EC-BCCE-858F0A5A0FC8}" type="pres">
      <dgm:prSet presAssocID="{E4A0751E-1829-4A98-B712-DE32EB544651}" presName="compNode" presStyleCnt="0"/>
      <dgm:spPr/>
    </dgm:pt>
    <dgm:pt modelId="{91726F0A-1CDA-4EE8-9BAB-84A6A6C6CB9E}" type="pres">
      <dgm:prSet presAssocID="{E4A0751E-1829-4A98-B712-DE32EB544651}" presName="iconRect" presStyleLbl="node1" presStyleIdx="1" presStyleCnt="3"/>
      <dgm:spPr>
        <a:blipFill>
          <a:blip xmlns:r="http://schemas.openxmlformats.org/officeDocument/2006/relationships" r:embed="rId3">
            <a:extLst>
              <a:ext uri="{96DAC541-7B7A-43D3-8B79-37D633B846F1}">
                <asvg:svgBlip xmlns:asvg="http://schemas.microsoft.com/office/drawing/2016/SVG/main" r:embed="rId4"/>
              </a:ext>
            </a:extLst>
          </a:blip>
          <a:srcRect/>
          <a:stretch>
            <a:fillRect t="-16000" b="-16000"/>
          </a:stretch>
        </a:blipFill>
      </dgm:spPr>
      <dgm:extLst>
        <a:ext uri="{E40237B7-FDA0-4F09-8148-C483321AD2D9}">
          <dgm14:cNvPr xmlns:dgm14="http://schemas.microsoft.com/office/drawing/2010/diagram" id="0" name="" descr="Internet delle cose contorno"/>
        </a:ext>
      </dgm:extLst>
    </dgm:pt>
    <dgm:pt modelId="{4C6A8222-7CB2-4CCD-8374-233D3C91287E}" type="pres">
      <dgm:prSet presAssocID="{E4A0751E-1829-4A98-B712-DE32EB544651}" presName="iconSpace" presStyleCnt="0"/>
      <dgm:spPr/>
    </dgm:pt>
    <dgm:pt modelId="{18D98B67-38E2-4295-A566-45454FAA478E}" type="pres">
      <dgm:prSet presAssocID="{E4A0751E-1829-4A98-B712-DE32EB544651}" presName="parTx" presStyleLbl="revTx" presStyleIdx="2" presStyleCnt="6">
        <dgm:presLayoutVars>
          <dgm:chMax val="0"/>
          <dgm:chPref val="0"/>
        </dgm:presLayoutVars>
      </dgm:prSet>
      <dgm:spPr/>
    </dgm:pt>
    <dgm:pt modelId="{85175D10-F7A2-4223-8FDC-7BEDE1622935}" type="pres">
      <dgm:prSet presAssocID="{E4A0751E-1829-4A98-B712-DE32EB544651}" presName="txSpace" presStyleCnt="0"/>
      <dgm:spPr/>
    </dgm:pt>
    <dgm:pt modelId="{F7CEB058-69CC-47C9-92E4-50644FD353C9}" type="pres">
      <dgm:prSet presAssocID="{E4A0751E-1829-4A98-B712-DE32EB544651}" presName="desTx" presStyleLbl="revTx" presStyleIdx="3" presStyleCnt="6">
        <dgm:presLayoutVars/>
      </dgm:prSet>
      <dgm:spPr/>
    </dgm:pt>
    <dgm:pt modelId="{F75774D7-17E7-4500-8069-11E2636E526D}" type="pres">
      <dgm:prSet presAssocID="{1EC62A81-5344-4736-AF27-A71F94EDABC7}" presName="sibTrans" presStyleCnt="0"/>
      <dgm:spPr/>
    </dgm:pt>
    <dgm:pt modelId="{770FD12D-6DC4-4155-A3F3-481195DEFC74}" type="pres">
      <dgm:prSet presAssocID="{BD22C9CE-5B07-4CC3-B73C-5E8CCF12CC5D}" presName="compNode" presStyleCnt="0"/>
      <dgm:spPr/>
    </dgm:pt>
    <dgm:pt modelId="{363DF09B-3F03-4A56-985A-460E64553B9C}" type="pres">
      <dgm:prSet presAssocID="{BD22C9CE-5B07-4CC3-B73C-5E8CCF12CC5D}"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Tabella"/>
        </a:ext>
      </dgm:extLst>
    </dgm:pt>
    <dgm:pt modelId="{03693680-BFC6-452B-9BA4-3833A5FEAA3F}" type="pres">
      <dgm:prSet presAssocID="{BD22C9CE-5B07-4CC3-B73C-5E8CCF12CC5D}" presName="iconSpace" presStyleCnt="0"/>
      <dgm:spPr/>
    </dgm:pt>
    <dgm:pt modelId="{D7CA85DB-8C3B-409F-9FE0-00A7B47C7ADA}" type="pres">
      <dgm:prSet presAssocID="{BD22C9CE-5B07-4CC3-B73C-5E8CCF12CC5D}" presName="parTx" presStyleLbl="revTx" presStyleIdx="4" presStyleCnt="6">
        <dgm:presLayoutVars>
          <dgm:chMax val="0"/>
          <dgm:chPref val="0"/>
        </dgm:presLayoutVars>
      </dgm:prSet>
      <dgm:spPr/>
    </dgm:pt>
    <dgm:pt modelId="{8603ABC8-9098-4C8A-8EE6-AF572C595528}" type="pres">
      <dgm:prSet presAssocID="{BD22C9CE-5B07-4CC3-B73C-5E8CCF12CC5D}" presName="txSpace" presStyleCnt="0"/>
      <dgm:spPr/>
    </dgm:pt>
    <dgm:pt modelId="{9FE3CBEF-76B5-47A2-8432-5C4C688B535C}" type="pres">
      <dgm:prSet presAssocID="{BD22C9CE-5B07-4CC3-B73C-5E8CCF12CC5D}" presName="desTx" presStyleLbl="revTx" presStyleIdx="5" presStyleCnt="6">
        <dgm:presLayoutVars/>
      </dgm:prSet>
      <dgm:spPr/>
    </dgm:pt>
  </dgm:ptLst>
  <dgm:cxnLst>
    <dgm:cxn modelId="{AFE89806-14E2-4103-B6FE-CB506D064D54}" srcId="{42A2F9DE-75CF-4706-AE8A-52A8693D2328}" destId="{5E670622-60F7-4579-A27C-A8A424194380}" srcOrd="0" destOrd="0" parTransId="{90A80B60-4976-420B-964D-3ABB9E6440FB}" sibTransId="{64D78A6B-5FB2-415F-8A0E-7772CAD18965}"/>
    <dgm:cxn modelId="{FF134B16-4702-46DC-BA86-5C17199062F8}" type="presOf" srcId="{F0AD08A3-5C67-442F-B5AB-E75A5201ACC6}" destId="{9FE3CBEF-76B5-47A2-8432-5C4C688B535C}" srcOrd="0" destOrd="1" presId="urn:microsoft.com/office/officeart/2018/2/layout/IconLabelDescriptionList"/>
    <dgm:cxn modelId="{8E97921D-BDFC-47C7-B60D-6A34A7FFBEEC}" srcId="{F371E1CF-B9A4-4B2A-A742-564622FD10FF}" destId="{BD22C9CE-5B07-4CC3-B73C-5E8CCF12CC5D}" srcOrd="2" destOrd="0" parTransId="{30B14757-128C-4136-B45A-E87BA7E0B408}" sibTransId="{81251AE1-8FD5-48B3-99C0-FE492851E223}"/>
    <dgm:cxn modelId="{9991D835-C465-47EF-83EF-80289F44CB9F}" type="presOf" srcId="{94DB3AE3-26E2-48CE-8209-492222E2B5F5}" destId="{F5BF32B8-1A6E-452A-80BE-425949495B07}" srcOrd="0" destOrd="4" presId="urn:microsoft.com/office/officeart/2018/2/layout/IconLabelDescriptionList"/>
    <dgm:cxn modelId="{63765A38-D980-414E-A2A6-92825E8AA257}" type="presOf" srcId="{42A2F9DE-75CF-4706-AE8A-52A8693D2328}" destId="{F5BF32B8-1A6E-452A-80BE-425949495B07}" srcOrd="0" destOrd="1" presId="urn:microsoft.com/office/officeart/2018/2/layout/IconLabelDescriptionList"/>
    <dgm:cxn modelId="{C914FA3A-8395-460C-8F5B-7ABDE225D18D}" srcId="{42A2F9DE-75CF-4706-AE8A-52A8693D2328}" destId="{C4D243C5-3854-4EDD-B4D4-FD59B10CF359}" srcOrd="1" destOrd="0" parTransId="{C48A5CE5-3A3C-459C-BBF1-3384B74C4194}" sibTransId="{944B34D3-950F-4F0E-B3AC-6C76BBA9667B}"/>
    <dgm:cxn modelId="{51A0745C-F11A-462A-9041-2A765DB3DE4B}" type="presOf" srcId="{D3DD97E5-7AF8-4A26-82A0-087860D7DF25}" destId="{F7CEB058-69CC-47C9-92E4-50644FD353C9}" srcOrd="0" destOrd="0" presId="urn:microsoft.com/office/officeart/2018/2/layout/IconLabelDescriptionList"/>
    <dgm:cxn modelId="{4FB1A860-1589-4051-9BCE-82095FA3CE98}" type="presOf" srcId="{667C3887-12A0-4123-8132-1AE38B69BAC5}" destId="{F5BF32B8-1A6E-452A-80BE-425949495B07}" srcOrd="0" destOrd="0" presId="urn:microsoft.com/office/officeart/2018/2/layout/IconLabelDescriptionList"/>
    <dgm:cxn modelId="{27FC3863-2F52-4A3F-A7C4-C5B9A3E34EA7}" srcId="{E4A0751E-1829-4A98-B712-DE32EB544651}" destId="{A1C3188A-9A84-4A2F-8287-8D05519F4717}" srcOrd="2" destOrd="0" parTransId="{C1AA59A2-21F8-4B60-9EF9-69BB4015F357}" sibTransId="{A67B5282-F327-4795-9E2E-E9B0E9DFE68F}"/>
    <dgm:cxn modelId="{0DE27665-4AFA-46D6-ACD4-D2471782F53A}" srcId="{62F17479-00D0-48CB-BC21-5056C5D28DEC}" destId="{667C3887-12A0-4123-8132-1AE38B69BAC5}" srcOrd="0" destOrd="0" parTransId="{8CED6DC4-E6FE-44A6-87D8-B7F421C8A721}" sibTransId="{D6F53DC9-E790-45FB-A6BE-E9B566B09F91}"/>
    <dgm:cxn modelId="{3E54306A-A786-4C31-8AC0-88632635AA60}" type="presOf" srcId="{53264A87-B870-4F3A-8A02-33C1263C9984}" destId="{9FE3CBEF-76B5-47A2-8432-5C4C688B535C}" srcOrd="0" destOrd="0" presId="urn:microsoft.com/office/officeart/2018/2/layout/IconLabelDescriptionList"/>
    <dgm:cxn modelId="{F2D43371-0638-460C-AF56-91881DA15709}" srcId="{E4A0751E-1829-4A98-B712-DE32EB544651}" destId="{73A8C724-CB46-4CFC-B1AC-04572CEA2D37}" srcOrd="1" destOrd="0" parTransId="{1623132A-2734-4B53-96A6-3F73A54319E0}" sibTransId="{09163F9D-8996-43C4-A660-CC462EB0A406}"/>
    <dgm:cxn modelId="{75594B80-0BB4-4D4A-93D9-E5E54782FE56}" srcId="{62F17479-00D0-48CB-BC21-5056C5D28DEC}" destId="{94DB3AE3-26E2-48CE-8209-492222E2B5F5}" srcOrd="2" destOrd="0" parTransId="{E09DAF18-2D9D-4DE9-B1F2-2E1BF9AD5E1D}" sibTransId="{C9AAC58C-DC02-420E-8BC7-E6234C1B5F6A}"/>
    <dgm:cxn modelId="{52C67E88-07BB-4F62-9E5C-B8A95C265F52}" type="presOf" srcId="{73A8C724-CB46-4CFC-B1AC-04572CEA2D37}" destId="{F7CEB058-69CC-47C9-92E4-50644FD353C9}" srcOrd="0" destOrd="1" presId="urn:microsoft.com/office/officeart/2018/2/layout/IconLabelDescriptionList"/>
    <dgm:cxn modelId="{9CDCB791-5004-4271-839E-1247CB25AF39}" type="presOf" srcId="{1A246C38-A164-4D73-9E45-08D8ED4F0D42}" destId="{9FE3CBEF-76B5-47A2-8432-5C4C688B535C}" srcOrd="0" destOrd="2" presId="urn:microsoft.com/office/officeart/2018/2/layout/IconLabelDescriptionList"/>
    <dgm:cxn modelId="{E6AFF797-5C2D-46A0-9385-AB5A9C79C52E}" srcId="{BD22C9CE-5B07-4CC3-B73C-5E8CCF12CC5D}" destId="{1A246C38-A164-4D73-9E45-08D8ED4F0D42}" srcOrd="2" destOrd="0" parTransId="{BA61E252-7830-4536-ACEA-307FEEBFAA0A}" sibTransId="{5FB27C23-26D8-4D29-B53B-6E35D354B72E}"/>
    <dgm:cxn modelId="{E56122A7-1A70-4BCC-9E09-92507D933E66}" srcId="{62F17479-00D0-48CB-BC21-5056C5D28DEC}" destId="{42A2F9DE-75CF-4706-AE8A-52A8693D2328}" srcOrd="1" destOrd="0" parTransId="{7C82598D-BD95-447C-91DA-D7EBF0A5D69C}" sibTransId="{B27523F6-9B97-4ACB-8D66-E240F7255BD9}"/>
    <dgm:cxn modelId="{5EAA63AA-A0D1-44C1-84CF-B717138421B8}" type="presOf" srcId="{62F17479-00D0-48CB-BC21-5056C5D28DEC}" destId="{7C7CE761-D7E6-4DCC-BE48-7689E3BB196C}" srcOrd="0" destOrd="0" presId="urn:microsoft.com/office/officeart/2018/2/layout/IconLabelDescriptionList"/>
    <dgm:cxn modelId="{63B9BFAA-1699-40DF-8F6E-9BD04ABED49A}" type="presOf" srcId="{A1C3188A-9A84-4A2F-8287-8D05519F4717}" destId="{F7CEB058-69CC-47C9-92E4-50644FD353C9}" srcOrd="0" destOrd="2" presId="urn:microsoft.com/office/officeart/2018/2/layout/IconLabelDescriptionList"/>
    <dgm:cxn modelId="{B36683B2-979D-46C6-9B4A-620E5D6EB9AA}" type="presOf" srcId="{F371E1CF-B9A4-4B2A-A742-564622FD10FF}" destId="{618A9D9A-5024-461B-AA09-4E92343E1773}" srcOrd="0" destOrd="0" presId="urn:microsoft.com/office/officeart/2018/2/layout/IconLabelDescriptionList"/>
    <dgm:cxn modelId="{D37D8FBD-4B3F-4B33-954F-48A0BAC90842}" srcId="{E4A0751E-1829-4A98-B712-DE32EB544651}" destId="{D3DD97E5-7AF8-4A26-82A0-087860D7DF25}" srcOrd="0" destOrd="0" parTransId="{4D8C53DA-14D5-4557-AA00-967692C5DDC8}" sibTransId="{364DA93D-1F53-4CF6-A14E-6851DAFCE638}"/>
    <dgm:cxn modelId="{286067C7-0D1D-4292-A868-F892C50D6C04}" type="presOf" srcId="{C4D243C5-3854-4EDD-B4D4-FD59B10CF359}" destId="{F5BF32B8-1A6E-452A-80BE-425949495B07}" srcOrd="0" destOrd="3" presId="urn:microsoft.com/office/officeart/2018/2/layout/IconLabelDescriptionList"/>
    <dgm:cxn modelId="{597705CA-B0C1-404F-8B69-B5F5A6347532}" srcId="{BD22C9CE-5B07-4CC3-B73C-5E8CCF12CC5D}" destId="{F0AD08A3-5C67-442F-B5AB-E75A5201ACC6}" srcOrd="1" destOrd="0" parTransId="{97654C14-81CB-41D3-AE81-1A944B0A2327}" sibTransId="{0C32E743-69A5-4978-B1B1-B03F40C7EE69}"/>
    <dgm:cxn modelId="{EEB42AD0-E1B9-48C8-B5D7-13D2FE23351B}" srcId="{F371E1CF-B9A4-4B2A-A742-564622FD10FF}" destId="{62F17479-00D0-48CB-BC21-5056C5D28DEC}" srcOrd="0" destOrd="0" parTransId="{2872C215-CDB6-4CEE-9B6F-C82B6F1CEFF0}" sibTransId="{D6A4112A-7FEF-4791-9787-B70A343C62D9}"/>
    <dgm:cxn modelId="{BADFD1D0-44FB-436B-836F-E9B7D908B729}" srcId="{F371E1CF-B9A4-4B2A-A742-564622FD10FF}" destId="{E4A0751E-1829-4A98-B712-DE32EB544651}" srcOrd="1" destOrd="0" parTransId="{74ADA6D8-F38C-4015-BB0E-D8E1A28A4C2F}" sibTransId="{1EC62A81-5344-4736-AF27-A71F94EDABC7}"/>
    <dgm:cxn modelId="{B2BE3FD6-2464-4315-9386-0A0C76D0470B}" srcId="{BD22C9CE-5B07-4CC3-B73C-5E8CCF12CC5D}" destId="{53264A87-B870-4F3A-8A02-33C1263C9984}" srcOrd="0" destOrd="0" parTransId="{B3C51634-37EF-437B-BF6E-F876990F2A5F}" sibTransId="{01C3103A-822D-4363-8563-E557E36F4374}"/>
    <dgm:cxn modelId="{00499DDC-7563-465F-9B6A-64E7064B947F}" type="presOf" srcId="{5E670622-60F7-4579-A27C-A8A424194380}" destId="{F5BF32B8-1A6E-452A-80BE-425949495B07}" srcOrd="0" destOrd="2" presId="urn:microsoft.com/office/officeart/2018/2/layout/IconLabelDescriptionList"/>
    <dgm:cxn modelId="{A26D54E3-E422-456D-AE08-0569BE473A53}" type="presOf" srcId="{E4A0751E-1829-4A98-B712-DE32EB544651}" destId="{18D98B67-38E2-4295-A566-45454FAA478E}" srcOrd="0" destOrd="0" presId="urn:microsoft.com/office/officeart/2018/2/layout/IconLabelDescriptionList"/>
    <dgm:cxn modelId="{F0821BFB-D745-4424-9882-827D296C432C}" type="presOf" srcId="{BD22C9CE-5B07-4CC3-B73C-5E8CCF12CC5D}" destId="{D7CA85DB-8C3B-409F-9FE0-00A7B47C7ADA}" srcOrd="0" destOrd="0" presId="urn:microsoft.com/office/officeart/2018/2/layout/IconLabelDescriptionList"/>
    <dgm:cxn modelId="{B8DC31FD-043D-4AF7-985D-EBB4B312B762}" type="presParOf" srcId="{618A9D9A-5024-461B-AA09-4E92343E1773}" destId="{9E51F48C-8466-41AE-AA80-419EF557416D}" srcOrd="0" destOrd="0" presId="urn:microsoft.com/office/officeart/2018/2/layout/IconLabelDescriptionList"/>
    <dgm:cxn modelId="{51246F4E-2FA5-4BCA-A96C-02C5DFE644E0}" type="presParOf" srcId="{9E51F48C-8466-41AE-AA80-419EF557416D}" destId="{58232289-B8A7-482D-BF32-8120D864CAC5}" srcOrd="0" destOrd="0" presId="urn:microsoft.com/office/officeart/2018/2/layout/IconLabelDescriptionList"/>
    <dgm:cxn modelId="{77A8D58E-A007-4312-BCDD-0A699BF6FA2F}" type="presParOf" srcId="{9E51F48C-8466-41AE-AA80-419EF557416D}" destId="{1A7B9BA2-5B84-43C3-BB69-4107DF7D1A22}" srcOrd="1" destOrd="0" presId="urn:microsoft.com/office/officeart/2018/2/layout/IconLabelDescriptionList"/>
    <dgm:cxn modelId="{1D115D63-B08D-4ACE-B8A2-E8778C2DA51D}" type="presParOf" srcId="{9E51F48C-8466-41AE-AA80-419EF557416D}" destId="{7C7CE761-D7E6-4DCC-BE48-7689E3BB196C}" srcOrd="2" destOrd="0" presId="urn:microsoft.com/office/officeart/2018/2/layout/IconLabelDescriptionList"/>
    <dgm:cxn modelId="{C3450060-A0A4-41C0-B766-51832B7A82EA}" type="presParOf" srcId="{9E51F48C-8466-41AE-AA80-419EF557416D}" destId="{3F541E6A-6765-44E2-9BD5-A2179EE3A0D5}" srcOrd="3" destOrd="0" presId="urn:microsoft.com/office/officeart/2018/2/layout/IconLabelDescriptionList"/>
    <dgm:cxn modelId="{68F1EF59-E340-4EAE-A0E2-78078665DB4F}" type="presParOf" srcId="{9E51F48C-8466-41AE-AA80-419EF557416D}" destId="{F5BF32B8-1A6E-452A-80BE-425949495B07}" srcOrd="4" destOrd="0" presId="urn:microsoft.com/office/officeart/2018/2/layout/IconLabelDescriptionList"/>
    <dgm:cxn modelId="{6E0045C9-DE8E-4E4D-B964-63AD43ADFABC}" type="presParOf" srcId="{618A9D9A-5024-461B-AA09-4E92343E1773}" destId="{4C090098-1C15-4C13-921F-5184171C386E}" srcOrd="1" destOrd="0" presId="urn:microsoft.com/office/officeart/2018/2/layout/IconLabelDescriptionList"/>
    <dgm:cxn modelId="{8BA381DB-4F23-4D59-8F86-850F2F83803C}" type="presParOf" srcId="{618A9D9A-5024-461B-AA09-4E92343E1773}" destId="{4CE90A98-BB54-47EC-BCCE-858F0A5A0FC8}" srcOrd="2" destOrd="0" presId="urn:microsoft.com/office/officeart/2018/2/layout/IconLabelDescriptionList"/>
    <dgm:cxn modelId="{0F999AD8-5DED-48AB-BCBC-2EE2353EF104}" type="presParOf" srcId="{4CE90A98-BB54-47EC-BCCE-858F0A5A0FC8}" destId="{91726F0A-1CDA-4EE8-9BAB-84A6A6C6CB9E}" srcOrd="0" destOrd="0" presId="urn:microsoft.com/office/officeart/2018/2/layout/IconLabelDescriptionList"/>
    <dgm:cxn modelId="{39264E65-A5BA-445B-91A7-BEE167DD717A}" type="presParOf" srcId="{4CE90A98-BB54-47EC-BCCE-858F0A5A0FC8}" destId="{4C6A8222-7CB2-4CCD-8374-233D3C91287E}" srcOrd="1" destOrd="0" presId="urn:microsoft.com/office/officeart/2018/2/layout/IconLabelDescriptionList"/>
    <dgm:cxn modelId="{F96E3963-EAAD-4526-B5C3-0392A6C05F40}" type="presParOf" srcId="{4CE90A98-BB54-47EC-BCCE-858F0A5A0FC8}" destId="{18D98B67-38E2-4295-A566-45454FAA478E}" srcOrd="2" destOrd="0" presId="urn:microsoft.com/office/officeart/2018/2/layout/IconLabelDescriptionList"/>
    <dgm:cxn modelId="{FD168A32-0D17-4AC8-A9F8-FE60C9DD90C8}" type="presParOf" srcId="{4CE90A98-BB54-47EC-BCCE-858F0A5A0FC8}" destId="{85175D10-F7A2-4223-8FDC-7BEDE1622935}" srcOrd="3" destOrd="0" presId="urn:microsoft.com/office/officeart/2018/2/layout/IconLabelDescriptionList"/>
    <dgm:cxn modelId="{B04D0CEE-72EA-4487-A057-A7F4BE86B225}" type="presParOf" srcId="{4CE90A98-BB54-47EC-BCCE-858F0A5A0FC8}" destId="{F7CEB058-69CC-47C9-92E4-50644FD353C9}" srcOrd="4" destOrd="0" presId="urn:microsoft.com/office/officeart/2018/2/layout/IconLabelDescriptionList"/>
    <dgm:cxn modelId="{EB013DD4-8599-4529-A4B8-7B87614F6B2B}" type="presParOf" srcId="{618A9D9A-5024-461B-AA09-4E92343E1773}" destId="{F75774D7-17E7-4500-8069-11E2636E526D}" srcOrd="3" destOrd="0" presId="urn:microsoft.com/office/officeart/2018/2/layout/IconLabelDescriptionList"/>
    <dgm:cxn modelId="{03AC2036-1305-42D8-B8FA-A3EBC7C971B2}" type="presParOf" srcId="{618A9D9A-5024-461B-AA09-4E92343E1773}" destId="{770FD12D-6DC4-4155-A3F3-481195DEFC74}" srcOrd="4" destOrd="0" presId="urn:microsoft.com/office/officeart/2018/2/layout/IconLabelDescriptionList"/>
    <dgm:cxn modelId="{30E97418-BA20-4390-A13E-9D6519B50444}" type="presParOf" srcId="{770FD12D-6DC4-4155-A3F3-481195DEFC74}" destId="{363DF09B-3F03-4A56-985A-460E64553B9C}" srcOrd="0" destOrd="0" presId="urn:microsoft.com/office/officeart/2018/2/layout/IconLabelDescriptionList"/>
    <dgm:cxn modelId="{928CF9A2-F993-4110-A063-0A6DC574C6F9}" type="presParOf" srcId="{770FD12D-6DC4-4155-A3F3-481195DEFC74}" destId="{03693680-BFC6-452B-9BA4-3833A5FEAA3F}" srcOrd="1" destOrd="0" presId="urn:microsoft.com/office/officeart/2018/2/layout/IconLabelDescriptionList"/>
    <dgm:cxn modelId="{C4506570-BA17-43BA-A028-CCC0F5FFD0E3}" type="presParOf" srcId="{770FD12D-6DC4-4155-A3F3-481195DEFC74}" destId="{D7CA85DB-8C3B-409F-9FE0-00A7B47C7ADA}" srcOrd="2" destOrd="0" presId="urn:microsoft.com/office/officeart/2018/2/layout/IconLabelDescriptionList"/>
    <dgm:cxn modelId="{EF675050-F956-4CE3-88E6-6B84E18DFDBC}" type="presParOf" srcId="{770FD12D-6DC4-4155-A3F3-481195DEFC74}" destId="{8603ABC8-9098-4C8A-8EE6-AF572C595528}" srcOrd="3" destOrd="0" presId="urn:microsoft.com/office/officeart/2018/2/layout/IconLabelDescriptionList"/>
    <dgm:cxn modelId="{B1FB6FC9-1E8C-4600-9A24-6126419B81E5}" type="presParOf" srcId="{770FD12D-6DC4-4155-A3F3-481195DEFC74}" destId="{9FE3CBEF-76B5-47A2-8432-5C4C688B535C}" srcOrd="4" destOrd="0" presId="urn:microsoft.com/office/officeart/2018/2/layout/IconLabelDescription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F34775C-0029-4F73-A03B-168FEA85C52D}" type="doc">
      <dgm:prSet loTypeId="urn:microsoft.com/office/officeart/2005/8/layout/vProcess5" loCatId="process" qsTypeId="urn:microsoft.com/office/officeart/2005/8/quickstyle/simple1" qsCatId="simple" csTypeId="urn:microsoft.com/office/officeart/2005/8/colors/accent3_2" csCatId="accent3" phldr="1"/>
      <dgm:spPr/>
      <dgm:t>
        <a:bodyPr/>
        <a:lstStyle/>
        <a:p>
          <a:endParaRPr lang="en-US"/>
        </a:p>
      </dgm:t>
    </dgm:pt>
    <dgm:pt modelId="{208FB662-3A8A-4FAD-BFB0-98025F1E3740}">
      <dgm:prSet/>
      <dgm:spPr/>
      <dgm:t>
        <a:bodyPr/>
        <a:lstStyle/>
        <a:p>
          <a:r>
            <a:rPr lang="it-IT" b="1" dirty="0"/>
            <a:t>Ingestione Dati</a:t>
          </a:r>
          <a:endParaRPr lang="it-IT" dirty="0"/>
        </a:p>
      </dgm:t>
    </dgm:pt>
    <dgm:pt modelId="{37F90CD4-0CF9-4A9C-9039-6E2875B4FBBA}" type="parTrans" cxnId="{F76FED97-6253-4A0B-8D03-E2202BC855F1}">
      <dgm:prSet/>
      <dgm:spPr/>
      <dgm:t>
        <a:bodyPr/>
        <a:lstStyle/>
        <a:p>
          <a:endParaRPr lang="it-IT"/>
        </a:p>
      </dgm:t>
    </dgm:pt>
    <dgm:pt modelId="{0065B59F-7AE2-4056-B849-D70C58EE288D}" type="sibTrans" cxnId="{F76FED97-6253-4A0B-8D03-E2202BC855F1}">
      <dgm:prSet/>
      <dgm:spPr/>
      <dgm:t>
        <a:bodyPr/>
        <a:lstStyle/>
        <a:p>
          <a:endParaRPr lang="it-IT"/>
        </a:p>
      </dgm:t>
    </dgm:pt>
    <dgm:pt modelId="{2FFF86A5-AABB-4B54-89DD-9A03036CC836}">
      <dgm:prSet/>
      <dgm:spPr/>
      <dgm:t>
        <a:bodyPr/>
        <a:lstStyle/>
        <a:p>
          <a:r>
            <a:rPr lang="it-IT" b="1"/>
            <a:t>Input:</a:t>
          </a:r>
          <a:r>
            <a:rPr lang="it-IT"/>
            <a:t> 20 File CSV eterogenei</a:t>
          </a:r>
          <a:endParaRPr lang="it-IT" dirty="0"/>
        </a:p>
      </dgm:t>
    </dgm:pt>
    <dgm:pt modelId="{555FD8A8-D5A5-4E23-97FB-98A53F652E39}" type="parTrans" cxnId="{27C764D3-88BE-401B-A593-5D39DA85D640}">
      <dgm:prSet/>
      <dgm:spPr/>
      <dgm:t>
        <a:bodyPr/>
        <a:lstStyle/>
        <a:p>
          <a:endParaRPr lang="it-IT"/>
        </a:p>
      </dgm:t>
    </dgm:pt>
    <dgm:pt modelId="{D3D3C0A3-54F3-4B2D-B05D-54B16D5753DA}" type="sibTrans" cxnId="{27C764D3-88BE-401B-A593-5D39DA85D640}">
      <dgm:prSet/>
      <dgm:spPr/>
      <dgm:t>
        <a:bodyPr/>
        <a:lstStyle/>
        <a:p>
          <a:endParaRPr lang="it-IT"/>
        </a:p>
      </dgm:t>
    </dgm:pt>
    <dgm:pt modelId="{7A8CB6FD-FB5B-4828-8666-5CCC657D91C7}">
      <dgm:prSet/>
      <dgm:spPr/>
      <dgm:t>
        <a:bodyPr/>
        <a:lstStyle/>
        <a:p>
          <a:r>
            <a:rPr lang="it-IT" b="1" dirty="0"/>
            <a:t>Action:</a:t>
          </a:r>
          <a:r>
            <a:rPr lang="it-IT" dirty="0"/>
            <a:t> Unificazione schema e normalizzazione</a:t>
          </a:r>
        </a:p>
      </dgm:t>
    </dgm:pt>
    <dgm:pt modelId="{9E6FD637-59B9-43CA-ADEA-E1CA214508C4}" type="parTrans" cxnId="{719517A4-C951-4B34-95D8-356009718E43}">
      <dgm:prSet/>
      <dgm:spPr/>
      <dgm:t>
        <a:bodyPr/>
        <a:lstStyle/>
        <a:p>
          <a:endParaRPr lang="it-IT"/>
        </a:p>
      </dgm:t>
    </dgm:pt>
    <dgm:pt modelId="{B4B4C5C4-BAB5-4DD9-AE41-BBEB7A38A8EE}" type="sibTrans" cxnId="{719517A4-C951-4B34-95D8-356009718E43}">
      <dgm:prSet/>
      <dgm:spPr/>
      <dgm:t>
        <a:bodyPr/>
        <a:lstStyle/>
        <a:p>
          <a:endParaRPr lang="it-IT"/>
        </a:p>
      </dgm:t>
    </dgm:pt>
    <dgm:pt modelId="{67AAFA09-5AAD-4156-840C-80398CEF3061}">
      <dgm:prSet/>
      <dgm:spPr/>
      <dgm:t>
        <a:bodyPr/>
        <a:lstStyle/>
        <a:p>
          <a:r>
            <a:rPr lang="it-IT" b="1" dirty="0"/>
            <a:t>Arricchimento:</a:t>
          </a:r>
          <a:r>
            <a:rPr lang="it-IT" dirty="0"/>
            <a:t> aggiunta della sorgente </a:t>
          </a:r>
          <a:r>
            <a:rPr lang="it-IT" dirty="0" err="1">
              <a:latin typeface="Courier New" panose="02070309020205020404" pitchFamily="49" charset="0"/>
            </a:rPr>
            <a:t>app_name</a:t>
          </a:r>
          <a:r>
            <a:rPr lang="it-IT" dirty="0"/>
            <a:t> per tracciabilità</a:t>
          </a:r>
        </a:p>
      </dgm:t>
    </dgm:pt>
    <dgm:pt modelId="{161419E3-54CD-435D-87A6-0BDCAB6031AA}" type="parTrans" cxnId="{E1BCEE59-7404-476F-8C3A-CF480E2DF080}">
      <dgm:prSet/>
      <dgm:spPr/>
      <dgm:t>
        <a:bodyPr/>
        <a:lstStyle/>
        <a:p>
          <a:endParaRPr lang="it-IT"/>
        </a:p>
      </dgm:t>
    </dgm:pt>
    <dgm:pt modelId="{C69A102A-3AF4-41D2-89A3-CA9ABC9DBB0C}" type="sibTrans" cxnId="{E1BCEE59-7404-476F-8C3A-CF480E2DF080}">
      <dgm:prSet/>
      <dgm:spPr/>
      <dgm:t>
        <a:bodyPr/>
        <a:lstStyle/>
        <a:p>
          <a:endParaRPr lang="it-IT"/>
        </a:p>
      </dgm:t>
    </dgm:pt>
    <dgm:pt modelId="{A82474E5-68A9-477F-B117-3B1E05E96F00}">
      <dgm:prSet/>
      <dgm:spPr/>
      <dgm:t>
        <a:bodyPr/>
        <a:lstStyle/>
        <a:p>
          <a:r>
            <a:rPr lang="it-IT" b="1" dirty="0"/>
            <a:t>Data </a:t>
          </a:r>
          <a:r>
            <a:rPr lang="it-IT" b="1" dirty="0" err="1"/>
            <a:t>Augmentation</a:t>
          </a:r>
          <a:endParaRPr lang="it-IT" dirty="0"/>
        </a:p>
      </dgm:t>
    </dgm:pt>
    <dgm:pt modelId="{17E9F91E-51C8-4DC8-BC07-DF7B2DEC4BBF}" type="parTrans" cxnId="{6D2D0294-FB8F-4E69-A264-F2977C0B9EED}">
      <dgm:prSet/>
      <dgm:spPr/>
      <dgm:t>
        <a:bodyPr/>
        <a:lstStyle/>
        <a:p>
          <a:endParaRPr lang="it-IT"/>
        </a:p>
      </dgm:t>
    </dgm:pt>
    <dgm:pt modelId="{C966C52B-23E0-41D0-AC9F-B48E09752298}" type="sibTrans" cxnId="{6D2D0294-FB8F-4E69-A264-F2977C0B9EED}">
      <dgm:prSet/>
      <dgm:spPr/>
      <dgm:t>
        <a:bodyPr/>
        <a:lstStyle/>
        <a:p>
          <a:endParaRPr lang="it-IT"/>
        </a:p>
      </dgm:t>
    </dgm:pt>
    <dgm:pt modelId="{FA7B0B43-1770-45F9-9FC8-B9F1A3553492}">
      <dgm:prSet/>
      <dgm:spPr/>
      <dgm:t>
        <a:bodyPr/>
        <a:lstStyle/>
        <a:p>
          <a:r>
            <a:rPr lang="it-IT" b="1"/>
            <a:t>Obiettivo:</a:t>
          </a:r>
          <a:r>
            <a:rPr lang="it-IT"/>
            <a:t> aumentare il volume dei dati per effettuare stress test</a:t>
          </a:r>
          <a:endParaRPr lang="it-IT" dirty="0"/>
        </a:p>
      </dgm:t>
    </dgm:pt>
    <dgm:pt modelId="{8A46EBB4-5B3D-4C6C-BA98-515CA70F972D}" type="parTrans" cxnId="{9507A2C2-7211-4D9A-B34C-3094F466B87A}">
      <dgm:prSet/>
      <dgm:spPr/>
      <dgm:t>
        <a:bodyPr/>
        <a:lstStyle/>
        <a:p>
          <a:endParaRPr lang="it-IT"/>
        </a:p>
      </dgm:t>
    </dgm:pt>
    <dgm:pt modelId="{6BCAE09B-BC9D-4EDF-91AE-90177D52F0F4}" type="sibTrans" cxnId="{9507A2C2-7211-4D9A-B34C-3094F466B87A}">
      <dgm:prSet/>
      <dgm:spPr/>
      <dgm:t>
        <a:bodyPr/>
        <a:lstStyle/>
        <a:p>
          <a:endParaRPr lang="it-IT"/>
        </a:p>
      </dgm:t>
    </dgm:pt>
    <dgm:pt modelId="{E89FE42B-59B3-41DA-8D9A-454B23AC77C8}">
      <dgm:prSet/>
      <dgm:spPr/>
      <dgm:t>
        <a:bodyPr/>
        <a:lstStyle/>
        <a:p>
          <a:r>
            <a:rPr lang="it-IT" b="1"/>
            <a:t>Tecnica:</a:t>
          </a:r>
          <a:r>
            <a:rPr lang="it-IT"/>
            <a:t> Funzioni Spark </a:t>
          </a:r>
          <a:r>
            <a:rPr lang="it-IT">
              <a:latin typeface="Courier New" panose="02070309020205020404" pitchFamily="49" charset="0"/>
            </a:rPr>
            <a:t>explode</a:t>
          </a:r>
          <a:r>
            <a:rPr lang="it-IT"/>
            <a:t> e </a:t>
          </a:r>
          <a:r>
            <a:rPr lang="it-IT">
              <a:latin typeface="Courier New" panose="02070309020205020404" pitchFamily="49" charset="0"/>
            </a:rPr>
            <a:t>array_repeat</a:t>
          </a:r>
          <a:r>
            <a:rPr lang="it-IT"/>
            <a:t>.</a:t>
          </a:r>
          <a:endParaRPr lang="it-IT" dirty="0"/>
        </a:p>
      </dgm:t>
    </dgm:pt>
    <dgm:pt modelId="{B11F970C-CA5F-4630-8461-1E685C8E0742}" type="parTrans" cxnId="{4150ECB4-AB4C-48C2-9979-AF2766C15B9F}">
      <dgm:prSet/>
      <dgm:spPr/>
      <dgm:t>
        <a:bodyPr/>
        <a:lstStyle/>
        <a:p>
          <a:endParaRPr lang="it-IT"/>
        </a:p>
      </dgm:t>
    </dgm:pt>
    <dgm:pt modelId="{D01FD1A3-8647-4A63-A675-081158436D9B}" type="sibTrans" cxnId="{4150ECB4-AB4C-48C2-9979-AF2766C15B9F}">
      <dgm:prSet/>
      <dgm:spPr/>
      <dgm:t>
        <a:bodyPr/>
        <a:lstStyle/>
        <a:p>
          <a:endParaRPr lang="it-IT"/>
        </a:p>
      </dgm:t>
    </dgm:pt>
    <dgm:pt modelId="{ACA6BA41-5209-4F63-B053-422CF1B6DC74}">
      <dgm:prSet/>
      <dgm:spPr/>
      <dgm:t>
        <a:bodyPr/>
        <a:lstStyle/>
        <a:p>
          <a:r>
            <a:rPr lang="it-IT" b="1"/>
            <a:t>Integrità:</a:t>
          </a:r>
          <a:r>
            <a:rPr lang="it-IT"/>
            <a:t> Generazione distribuita di chiave primaria </a:t>
          </a:r>
          <a:r>
            <a:rPr lang="it-IT">
              <a:latin typeface="Courier New" panose="02070309020205020404" pitchFamily="49" charset="0"/>
            </a:rPr>
            <a:t>unique_id</a:t>
          </a:r>
          <a:r>
            <a:rPr lang="it-IT"/>
            <a:t>.</a:t>
          </a:r>
          <a:endParaRPr lang="it-IT" dirty="0"/>
        </a:p>
      </dgm:t>
    </dgm:pt>
    <dgm:pt modelId="{2A28C653-FEC0-4328-86EE-ADEFEDCA5205}" type="parTrans" cxnId="{58CCB0CC-9A8C-4C1C-A39D-3AD743AEC097}">
      <dgm:prSet/>
      <dgm:spPr/>
      <dgm:t>
        <a:bodyPr/>
        <a:lstStyle/>
        <a:p>
          <a:endParaRPr lang="it-IT"/>
        </a:p>
      </dgm:t>
    </dgm:pt>
    <dgm:pt modelId="{AF96ADBC-91C0-4CC2-9D79-6E9474596585}" type="sibTrans" cxnId="{58CCB0CC-9A8C-4C1C-A39D-3AD743AEC097}">
      <dgm:prSet/>
      <dgm:spPr/>
      <dgm:t>
        <a:bodyPr/>
        <a:lstStyle/>
        <a:p>
          <a:endParaRPr lang="it-IT"/>
        </a:p>
      </dgm:t>
    </dgm:pt>
    <dgm:pt modelId="{4E8B52E6-E035-4D1A-97D8-99F683D482FB}">
      <dgm:prSet/>
      <dgm:spPr/>
      <dgm:t>
        <a:bodyPr/>
        <a:lstStyle/>
        <a:p>
          <a:r>
            <a:rPr lang="it-IT" b="1" dirty="0"/>
            <a:t>Ottimizzazione e salvataggio dati</a:t>
          </a:r>
          <a:endParaRPr lang="it-IT" dirty="0"/>
        </a:p>
      </dgm:t>
    </dgm:pt>
    <dgm:pt modelId="{15908673-5164-4E04-8924-FDE405991CC0}" type="parTrans" cxnId="{E07AFB91-696A-4152-91F8-8F047999974E}">
      <dgm:prSet/>
      <dgm:spPr/>
      <dgm:t>
        <a:bodyPr/>
        <a:lstStyle/>
        <a:p>
          <a:endParaRPr lang="it-IT"/>
        </a:p>
      </dgm:t>
    </dgm:pt>
    <dgm:pt modelId="{BF028AC6-14E1-46B6-A119-779A20ADE266}" type="sibTrans" cxnId="{E07AFB91-696A-4152-91F8-8F047999974E}">
      <dgm:prSet/>
      <dgm:spPr/>
      <dgm:t>
        <a:bodyPr/>
        <a:lstStyle/>
        <a:p>
          <a:endParaRPr lang="it-IT"/>
        </a:p>
      </dgm:t>
    </dgm:pt>
    <dgm:pt modelId="{E1299C5D-1F63-4A0E-9EC8-CA51B3E821B1}">
      <dgm:prSet/>
      <dgm:spPr/>
      <dgm:t>
        <a:bodyPr/>
        <a:lstStyle/>
        <a:p>
          <a:r>
            <a:rPr lang="it-IT" b="1"/>
            <a:t>Output:</a:t>
          </a:r>
          <a:r>
            <a:rPr lang="it-IT"/>
            <a:t> Scrittura su HDFS in formato parquet.</a:t>
          </a:r>
          <a:endParaRPr lang="it-IT" dirty="0"/>
        </a:p>
      </dgm:t>
    </dgm:pt>
    <dgm:pt modelId="{637ED588-F077-4364-8F70-DFBD68BA10BE}" type="parTrans" cxnId="{F27E8888-D165-4D3C-82B2-9C8F701D2F38}">
      <dgm:prSet/>
      <dgm:spPr/>
      <dgm:t>
        <a:bodyPr/>
        <a:lstStyle/>
        <a:p>
          <a:endParaRPr lang="it-IT"/>
        </a:p>
      </dgm:t>
    </dgm:pt>
    <dgm:pt modelId="{C2C21BBB-2968-433F-9A37-F8C56BF6E954}" type="sibTrans" cxnId="{F27E8888-D165-4D3C-82B2-9C8F701D2F38}">
      <dgm:prSet/>
      <dgm:spPr/>
      <dgm:t>
        <a:bodyPr/>
        <a:lstStyle/>
        <a:p>
          <a:endParaRPr lang="it-IT"/>
        </a:p>
      </dgm:t>
    </dgm:pt>
    <dgm:pt modelId="{2C7F78C0-E83E-4DF1-9B12-95F6FD79F8A8}">
      <dgm:prSet/>
      <dgm:spPr/>
      <dgm:t>
        <a:bodyPr/>
        <a:lstStyle/>
        <a:p>
          <a:r>
            <a:rPr lang="it-IT" b="1" dirty="0"/>
            <a:t>Vantaggio: </a:t>
          </a:r>
          <a:r>
            <a:rPr lang="it-IT" b="0" dirty="0"/>
            <a:t>conversione in un formato più adatto a questo tipo di analisi</a:t>
          </a:r>
          <a:endParaRPr lang="it-IT" dirty="0"/>
        </a:p>
      </dgm:t>
    </dgm:pt>
    <dgm:pt modelId="{21AC9BA7-1258-4111-93BF-7C24FE1CB80E}" type="parTrans" cxnId="{8D056EBA-A096-483A-BC1F-D15658D141A4}">
      <dgm:prSet/>
      <dgm:spPr/>
      <dgm:t>
        <a:bodyPr/>
        <a:lstStyle/>
        <a:p>
          <a:endParaRPr lang="it-IT"/>
        </a:p>
      </dgm:t>
    </dgm:pt>
    <dgm:pt modelId="{4AC04619-FED4-42B2-9A6F-4E63B4A1ED72}" type="sibTrans" cxnId="{8D056EBA-A096-483A-BC1F-D15658D141A4}">
      <dgm:prSet/>
      <dgm:spPr/>
      <dgm:t>
        <a:bodyPr/>
        <a:lstStyle/>
        <a:p>
          <a:endParaRPr lang="it-IT"/>
        </a:p>
      </dgm:t>
    </dgm:pt>
    <dgm:pt modelId="{E1312424-EF0D-4D09-974C-FAA8DCC61388}" type="pres">
      <dgm:prSet presAssocID="{3F34775C-0029-4F73-A03B-168FEA85C52D}" presName="outerComposite" presStyleCnt="0">
        <dgm:presLayoutVars>
          <dgm:chMax val="5"/>
          <dgm:dir/>
          <dgm:resizeHandles val="exact"/>
        </dgm:presLayoutVars>
      </dgm:prSet>
      <dgm:spPr/>
    </dgm:pt>
    <dgm:pt modelId="{295BC9DA-4B7D-4384-A44D-851D6F8033F7}" type="pres">
      <dgm:prSet presAssocID="{3F34775C-0029-4F73-A03B-168FEA85C52D}" presName="dummyMaxCanvas" presStyleCnt="0">
        <dgm:presLayoutVars/>
      </dgm:prSet>
      <dgm:spPr/>
    </dgm:pt>
    <dgm:pt modelId="{8F26584C-2273-45A9-9D54-1577B104DF6F}" type="pres">
      <dgm:prSet presAssocID="{3F34775C-0029-4F73-A03B-168FEA85C52D}" presName="ThreeNodes_1" presStyleLbl="node1" presStyleIdx="0" presStyleCnt="3">
        <dgm:presLayoutVars>
          <dgm:bulletEnabled val="1"/>
        </dgm:presLayoutVars>
      </dgm:prSet>
      <dgm:spPr/>
    </dgm:pt>
    <dgm:pt modelId="{B07F5BD8-E0D2-4891-B2E7-BB55F90DE9D3}" type="pres">
      <dgm:prSet presAssocID="{3F34775C-0029-4F73-A03B-168FEA85C52D}" presName="ThreeNodes_2" presStyleLbl="node1" presStyleIdx="1" presStyleCnt="3">
        <dgm:presLayoutVars>
          <dgm:bulletEnabled val="1"/>
        </dgm:presLayoutVars>
      </dgm:prSet>
      <dgm:spPr/>
    </dgm:pt>
    <dgm:pt modelId="{BA9F67E1-98D6-41A2-97D4-8013577932E7}" type="pres">
      <dgm:prSet presAssocID="{3F34775C-0029-4F73-A03B-168FEA85C52D}" presName="ThreeNodes_3" presStyleLbl="node1" presStyleIdx="2" presStyleCnt="3">
        <dgm:presLayoutVars>
          <dgm:bulletEnabled val="1"/>
        </dgm:presLayoutVars>
      </dgm:prSet>
      <dgm:spPr/>
    </dgm:pt>
    <dgm:pt modelId="{97D2DD01-C12E-4CEE-9EE8-33A6C7215263}" type="pres">
      <dgm:prSet presAssocID="{3F34775C-0029-4F73-A03B-168FEA85C52D}" presName="ThreeConn_1-2" presStyleLbl="fgAccFollowNode1" presStyleIdx="0" presStyleCnt="2">
        <dgm:presLayoutVars>
          <dgm:bulletEnabled val="1"/>
        </dgm:presLayoutVars>
      </dgm:prSet>
      <dgm:spPr/>
    </dgm:pt>
    <dgm:pt modelId="{982D426E-30BC-4A47-B244-DD03100411C9}" type="pres">
      <dgm:prSet presAssocID="{3F34775C-0029-4F73-A03B-168FEA85C52D}" presName="ThreeConn_2-3" presStyleLbl="fgAccFollowNode1" presStyleIdx="1" presStyleCnt="2">
        <dgm:presLayoutVars>
          <dgm:bulletEnabled val="1"/>
        </dgm:presLayoutVars>
      </dgm:prSet>
      <dgm:spPr/>
    </dgm:pt>
    <dgm:pt modelId="{885B0E75-43FE-4B9A-9635-3DF42E1879FB}" type="pres">
      <dgm:prSet presAssocID="{3F34775C-0029-4F73-A03B-168FEA85C52D}" presName="ThreeNodes_1_text" presStyleLbl="node1" presStyleIdx="2" presStyleCnt="3">
        <dgm:presLayoutVars>
          <dgm:bulletEnabled val="1"/>
        </dgm:presLayoutVars>
      </dgm:prSet>
      <dgm:spPr/>
    </dgm:pt>
    <dgm:pt modelId="{A0550908-E41C-43BE-842A-5A2584349D0D}" type="pres">
      <dgm:prSet presAssocID="{3F34775C-0029-4F73-A03B-168FEA85C52D}" presName="ThreeNodes_2_text" presStyleLbl="node1" presStyleIdx="2" presStyleCnt="3">
        <dgm:presLayoutVars>
          <dgm:bulletEnabled val="1"/>
        </dgm:presLayoutVars>
      </dgm:prSet>
      <dgm:spPr/>
    </dgm:pt>
    <dgm:pt modelId="{27802F38-2A98-4877-9B8A-B6C44298A471}" type="pres">
      <dgm:prSet presAssocID="{3F34775C-0029-4F73-A03B-168FEA85C52D}" presName="ThreeNodes_3_text" presStyleLbl="node1" presStyleIdx="2" presStyleCnt="3">
        <dgm:presLayoutVars>
          <dgm:bulletEnabled val="1"/>
        </dgm:presLayoutVars>
      </dgm:prSet>
      <dgm:spPr/>
    </dgm:pt>
  </dgm:ptLst>
  <dgm:cxnLst>
    <dgm:cxn modelId="{B2CD5308-6066-4A9E-A107-DE3C8EBA668A}" type="presOf" srcId="{67AAFA09-5AAD-4156-840C-80398CEF3061}" destId="{885B0E75-43FE-4B9A-9635-3DF42E1879FB}" srcOrd="1" destOrd="3" presId="urn:microsoft.com/office/officeart/2005/8/layout/vProcess5"/>
    <dgm:cxn modelId="{8ECB070E-8D20-4A37-BAB9-F4F5F2A5DF64}" type="presOf" srcId="{E89FE42B-59B3-41DA-8D9A-454B23AC77C8}" destId="{B07F5BD8-E0D2-4891-B2E7-BB55F90DE9D3}" srcOrd="0" destOrd="2" presId="urn:microsoft.com/office/officeart/2005/8/layout/vProcess5"/>
    <dgm:cxn modelId="{CD4A1411-A15D-441A-8524-CE58048CDF9E}" type="presOf" srcId="{2FFF86A5-AABB-4B54-89DD-9A03036CC836}" destId="{885B0E75-43FE-4B9A-9635-3DF42E1879FB}" srcOrd="1" destOrd="1" presId="urn:microsoft.com/office/officeart/2005/8/layout/vProcess5"/>
    <dgm:cxn modelId="{52E35126-320C-46DC-90F9-AD21B78256CB}" type="presOf" srcId="{67AAFA09-5AAD-4156-840C-80398CEF3061}" destId="{8F26584C-2273-45A9-9D54-1577B104DF6F}" srcOrd="0" destOrd="3" presId="urn:microsoft.com/office/officeart/2005/8/layout/vProcess5"/>
    <dgm:cxn modelId="{1E349D28-6B10-4905-B38C-5A3CDB373883}" type="presOf" srcId="{3F34775C-0029-4F73-A03B-168FEA85C52D}" destId="{E1312424-EF0D-4D09-974C-FAA8DCC61388}" srcOrd="0" destOrd="0" presId="urn:microsoft.com/office/officeart/2005/8/layout/vProcess5"/>
    <dgm:cxn modelId="{CC3D392F-B5E8-425A-8C1C-4D37697701B1}" type="presOf" srcId="{208FB662-3A8A-4FAD-BFB0-98025F1E3740}" destId="{8F26584C-2273-45A9-9D54-1577B104DF6F}" srcOrd="0" destOrd="0" presId="urn:microsoft.com/office/officeart/2005/8/layout/vProcess5"/>
    <dgm:cxn modelId="{A9156D32-0927-4B56-ACF5-D428F855B5E1}" type="presOf" srcId="{E1299C5D-1F63-4A0E-9EC8-CA51B3E821B1}" destId="{27802F38-2A98-4877-9B8A-B6C44298A471}" srcOrd="1" destOrd="1" presId="urn:microsoft.com/office/officeart/2005/8/layout/vProcess5"/>
    <dgm:cxn modelId="{5098DE32-D043-4714-88B5-AF68533E2ACC}" type="presOf" srcId="{7A8CB6FD-FB5B-4828-8666-5CCC657D91C7}" destId="{8F26584C-2273-45A9-9D54-1577B104DF6F}" srcOrd="0" destOrd="2" presId="urn:microsoft.com/office/officeart/2005/8/layout/vProcess5"/>
    <dgm:cxn modelId="{40237940-B1D3-4463-9F4A-B1BF871A67E8}" type="presOf" srcId="{FA7B0B43-1770-45F9-9FC8-B9F1A3553492}" destId="{B07F5BD8-E0D2-4891-B2E7-BB55F90DE9D3}" srcOrd="0" destOrd="1" presId="urn:microsoft.com/office/officeart/2005/8/layout/vProcess5"/>
    <dgm:cxn modelId="{5033735F-7325-4662-9B2F-83E0BC2D2B4A}" type="presOf" srcId="{ACA6BA41-5209-4F63-B053-422CF1B6DC74}" destId="{B07F5BD8-E0D2-4891-B2E7-BB55F90DE9D3}" srcOrd="0" destOrd="3" presId="urn:microsoft.com/office/officeart/2005/8/layout/vProcess5"/>
    <dgm:cxn modelId="{E1B4D747-5D23-4AD7-B4A0-ACBF86BAFBA2}" type="presOf" srcId="{2FFF86A5-AABB-4B54-89DD-9A03036CC836}" destId="{8F26584C-2273-45A9-9D54-1577B104DF6F}" srcOrd="0" destOrd="1" presId="urn:microsoft.com/office/officeart/2005/8/layout/vProcess5"/>
    <dgm:cxn modelId="{DD8D7F71-C922-4A78-BCFF-C46027E83393}" type="presOf" srcId="{4E8B52E6-E035-4D1A-97D8-99F683D482FB}" destId="{27802F38-2A98-4877-9B8A-B6C44298A471}" srcOrd="1" destOrd="0" presId="urn:microsoft.com/office/officeart/2005/8/layout/vProcess5"/>
    <dgm:cxn modelId="{E1BCEE59-7404-476F-8C3A-CF480E2DF080}" srcId="{208FB662-3A8A-4FAD-BFB0-98025F1E3740}" destId="{67AAFA09-5AAD-4156-840C-80398CEF3061}" srcOrd="2" destOrd="0" parTransId="{161419E3-54CD-435D-87A6-0BDCAB6031AA}" sibTransId="{C69A102A-3AF4-41D2-89A3-CA9ABC9DBB0C}"/>
    <dgm:cxn modelId="{F27E8888-D165-4D3C-82B2-9C8F701D2F38}" srcId="{4E8B52E6-E035-4D1A-97D8-99F683D482FB}" destId="{E1299C5D-1F63-4A0E-9EC8-CA51B3E821B1}" srcOrd="0" destOrd="0" parTransId="{637ED588-F077-4364-8F70-DFBD68BA10BE}" sibTransId="{C2C21BBB-2968-433F-9A37-F8C56BF6E954}"/>
    <dgm:cxn modelId="{B0803A8E-6DBD-4735-8ADD-FF99F2C19E2C}" type="presOf" srcId="{A82474E5-68A9-477F-B117-3B1E05E96F00}" destId="{B07F5BD8-E0D2-4891-B2E7-BB55F90DE9D3}" srcOrd="0" destOrd="0" presId="urn:microsoft.com/office/officeart/2005/8/layout/vProcess5"/>
    <dgm:cxn modelId="{5E49E291-8CA5-4A75-8234-B1BE6930000A}" type="presOf" srcId="{A82474E5-68A9-477F-B117-3B1E05E96F00}" destId="{A0550908-E41C-43BE-842A-5A2584349D0D}" srcOrd="1" destOrd="0" presId="urn:microsoft.com/office/officeart/2005/8/layout/vProcess5"/>
    <dgm:cxn modelId="{E07AFB91-696A-4152-91F8-8F047999974E}" srcId="{3F34775C-0029-4F73-A03B-168FEA85C52D}" destId="{4E8B52E6-E035-4D1A-97D8-99F683D482FB}" srcOrd="2" destOrd="0" parTransId="{15908673-5164-4E04-8924-FDE405991CC0}" sibTransId="{BF028AC6-14E1-46B6-A119-779A20ADE266}"/>
    <dgm:cxn modelId="{6D2D0294-FB8F-4E69-A264-F2977C0B9EED}" srcId="{3F34775C-0029-4F73-A03B-168FEA85C52D}" destId="{A82474E5-68A9-477F-B117-3B1E05E96F00}" srcOrd="1" destOrd="0" parTransId="{17E9F91E-51C8-4DC8-BC07-DF7B2DEC4BBF}" sibTransId="{C966C52B-23E0-41D0-AC9F-B48E09752298}"/>
    <dgm:cxn modelId="{0AB1BD97-BBF5-4B8F-A2D8-885B81F8E79A}" type="presOf" srcId="{7A8CB6FD-FB5B-4828-8666-5CCC657D91C7}" destId="{885B0E75-43FE-4B9A-9635-3DF42E1879FB}" srcOrd="1" destOrd="2" presId="urn:microsoft.com/office/officeart/2005/8/layout/vProcess5"/>
    <dgm:cxn modelId="{F76FED97-6253-4A0B-8D03-E2202BC855F1}" srcId="{3F34775C-0029-4F73-A03B-168FEA85C52D}" destId="{208FB662-3A8A-4FAD-BFB0-98025F1E3740}" srcOrd="0" destOrd="0" parTransId="{37F90CD4-0CF9-4A9C-9039-6E2875B4FBBA}" sibTransId="{0065B59F-7AE2-4056-B849-D70C58EE288D}"/>
    <dgm:cxn modelId="{66606098-913F-4673-9FE1-1B8A60112869}" type="presOf" srcId="{E1299C5D-1F63-4A0E-9EC8-CA51B3E821B1}" destId="{BA9F67E1-98D6-41A2-97D4-8013577932E7}" srcOrd="0" destOrd="1" presId="urn:microsoft.com/office/officeart/2005/8/layout/vProcess5"/>
    <dgm:cxn modelId="{719517A4-C951-4B34-95D8-356009718E43}" srcId="{208FB662-3A8A-4FAD-BFB0-98025F1E3740}" destId="{7A8CB6FD-FB5B-4828-8666-5CCC657D91C7}" srcOrd="1" destOrd="0" parTransId="{9E6FD637-59B9-43CA-ADEA-E1CA214508C4}" sibTransId="{B4B4C5C4-BAB5-4DD9-AE41-BBEB7A38A8EE}"/>
    <dgm:cxn modelId="{294266A7-D54A-4E75-BAD4-669529E1B01E}" type="presOf" srcId="{0065B59F-7AE2-4056-B849-D70C58EE288D}" destId="{97D2DD01-C12E-4CEE-9EE8-33A6C7215263}" srcOrd="0" destOrd="0" presId="urn:microsoft.com/office/officeart/2005/8/layout/vProcess5"/>
    <dgm:cxn modelId="{DD8CABA7-A7F9-428D-BBBE-5C2D39EEFE05}" type="presOf" srcId="{ACA6BA41-5209-4F63-B053-422CF1B6DC74}" destId="{A0550908-E41C-43BE-842A-5A2584349D0D}" srcOrd="1" destOrd="3" presId="urn:microsoft.com/office/officeart/2005/8/layout/vProcess5"/>
    <dgm:cxn modelId="{4150ECB4-AB4C-48C2-9979-AF2766C15B9F}" srcId="{A82474E5-68A9-477F-B117-3B1E05E96F00}" destId="{E89FE42B-59B3-41DA-8D9A-454B23AC77C8}" srcOrd="1" destOrd="0" parTransId="{B11F970C-CA5F-4630-8461-1E685C8E0742}" sibTransId="{D01FD1A3-8647-4A63-A675-081158436D9B}"/>
    <dgm:cxn modelId="{8D056EBA-A096-483A-BC1F-D15658D141A4}" srcId="{4E8B52E6-E035-4D1A-97D8-99F683D482FB}" destId="{2C7F78C0-E83E-4DF1-9B12-95F6FD79F8A8}" srcOrd="1" destOrd="0" parTransId="{21AC9BA7-1258-4111-93BF-7C24FE1CB80E}" sibTransId="{4AC04619-FED4-42B2-9A6F-4E63B4A1ED72}"/>
    <dgm:cxn modelId="{9507A2C2-7211-4D9A-B34C-3094F466B87A}" srcId="{A82474E5-68A9-477F-B117-3B1E05E96F00}" destId="{FA7B0B43-1770-45F9-9FC8-B9F1A3553492}" srcOrd="0" destOrd="0" parTransId="{8A46EBB4-5B3D-4C6C-BA98-515CA70F972D}" sibTransId="{6BCAE09B-BC9D-4EDF-91AE-90177D52F0F4}"/>
    <dgm:cxn modelId="{1DF7C7C2-55BD-40E1-9E55-A17E84C8B69D}" type="presOf" srcId="{2C7F78C0-E83E-4DF1-9B12-95F6FD79F8A8}" destId="{27802F38-2A98-4877-9B8A-B6C44298A471}" srcOrd="1" destOrd="2" presId="urn:microsoft.com/office/officeart/2005/8/layout/vProcess5"/>
    <dgm:cxn modelId="{46B5F9CA-7394-407B-89E5-50EDC99B2690}" type="presOf" srcId="{208FB662-3A8A-4FAD-BFB0-98025F1E3740}" destId="{885B0E75-43FE-4B9A-9635-3DF42E1879FB}" srcOrd="1" destOrd="0" presId="urn:microsoft.com/office/officeart/2005/8/layout/vProcess5"/>
    <dgm:cxn modelId="{58CCB0CC-9A8C-4C1C-A39D-3AD743AEC097}" srcId="{A82474E5-68A9-477F-B117-3B1E05E96F00}" destId="{ACA6BA41-5209-4F63-B053-422CF1B6DC74}" srcOrd="2" destOrd="0" parTransId="{2A28C653-FEC0-4328-86EE-ADEFEDCA5205}" sibTransId="{AF96ADBC-91C0-4CC2-9D79-6E9474596585}"/>
    <dgm:cxn modelId="{27C764D3-88BE-401B-A593-5D39DA85D640}" srcId="{208FB662-3A8A-4FAD-BFB0-98025F1E3740}" destId="{2FFF86A5-AABB-4B54-89DD-9A03036CC836}" srcOrd="0" destOrd="0" parTransId="{555FD8A8-D5A5-4E23-97FB-98A53F652E39}" sibTransId="{D3D3C0A3-54F3-4B2D-B05D-54B16D5753DA}"/>
    <dgm:cxn modelId="{567206DC-DC79-4710-BF7C-4CF087D4B427}" type="presOf" srcId="{C966C52B-23E0-41D0-AC9F-B48E09752298}" destId="{982D426E-30BC-4A47-B244-DD03100411C9}" srcOrd="0" destOrd="0" presId="urn:microsoft.com/office/officeart/2005/8/layout/vProcess5"/>
    <dgm:cxn modelId="{E72237F0-0535-4B80-95B6-9C3712BF8263}" type="presOf" srcId="{2C7F78C0-E83E-4DF1-9B12-95F6FD79F8A8}" destId="{BA9F67E1-98D6-41A2-97D4-8013577932E7}" srcOrd="0" destOrd="2" presId="urn:microsoft.com/office/officeart/2005/8/layout/vProcess5"/>
    <dgm:cxn modelId="{211FA6F3-B54E-4E71-9C6B-F789434C015E}" type="presOf" srcId="{4E8B52E6-E035-4D1A-97D8-99F683D482FB}" destId="{BA9F67E1-98D6-41A2-97D4-8013577932E7}" srcOrd="0" destOrd="0" presId="urn:microsoft.com/office/officeart/2005/8/layout/vProcess5"/>
    <dgm:cxn modelId="{D24D14F4-BEBC-435C-9F8B-8115E9DBB130}" type="presOf" srcId="{FA7B0B43-1770-45F9-9FC8-B9F1A3553492}" destId="{A0550908-E41C-43BE-842A-5A2584349D0D}" srcOrd="1" destOrd="1" presId="urn:microsoft.com/office/officeart/2005/8/layout/vProcess5"/>
    <dgm:cxn modelId="{820360FD-5AF4-4772-86AE-048C7143EAF7}" type="presOf" srcId="{E89FE42B-59B3-41DA-8D9A-454B23AC77C8}" destId="{A0550908-E41C-43BE-842A-5A2584349D0D}" srcOrd="1" destOrd="2" presId="urn:microsoft.com/office/officeart/2005/8/layout/vProcess5"/>
    <dgm:cxn modelId="{436A05E9-89D5-45DF-972B-58D6C64D7773}" type="presParOf" srcId="{E1312424-EF0D-4D09-974C-FAA8DCC61388}" destId="{295BC9DA-4B7D-4384-A44D-851D6F8033F7}" srcOrd="0" destOrd="0" presId="urn:microsoft.com/office/officeart/2005/8/layout/vProcess5"/>
    <dgm:cxn modelId="{50FC9A3F-E03B-4A9E-9D5A-C59811F2C8D8}" type="presParOf" srcId="{E1312424-EF0D-4D09-974C-FAA8DCC61388}" destId="{8F26584C-2273-45A9-9D54-1577B104DF6F}" srcOrd="1" destOrd="0" presId="urn:microsoft.com/office/officeart/2005/8/layout/vProcess5"/>
    <dgm:cxn modelId="{9666F80F-160E-4930-9DF6-CF86C33DE758}" type="presParOf" srcId="{E1312424-EF0D-4D09-974C-FAA8DCC61388}" destId="{B07F5BD8-E0D2-4891-B2E7-BB55F90DE9D3}" srcOrd="2" destOrd="0" presId="urn:microsoft.com/office/officeart/2005/8/layout/vProcess5"/>
    <dgm:cxn modelId="{F6DEB4CA-ACBA-4046-B998-87F448DE9EED}" type="presParOf" srcId="{E1312424-EF0D-4D09-974C-FAA8DCC61388}" destId="{BA9F67E1-98D6-41A2-97D4-8013577932E7}" srcOrd="3" destOrd="0" presId="urn:microsoft.com/office/officeart/2005/8/layout/vProcess5"/>
    <dgm:cxn modelId="{773FB56E-EF32-4A7B-9983-4C2D3147F5AA}" type="presParOf" srcId="{E1312424-EF0D-4D09-974C-FAA8DCC61388}" destId="{97D2DD01-C12E-4CEE-9EE8-33A6C7215263}" srcOrd="4" destOrd="0" presId="urn:microsoft.com/office/officeart/2005/8/layout/vProcess5"/>
    <dgm:cxn modelId="{0F88796D-1EED-4F20-A100-FBC2439A1B4B}" type="presParOf" srcId="{E1312424-EF0D-4D09-974C-FAA8DCC61388}" destId="{982D426E-30BC-4A47-B244-DD03100411C9}" srcOrd="5" destOrd="0" presId="urn:microsoft.com/office/officeart/2005/8/layout/vProcess5"/>
    <dgm:cxn modelId="{5F91057C-A2A0-40AE-A9D0-0A11C9859D70}" type="presParOf" srcId="{E1312424-EF0D-4D09-974C-FAA8DCC61388}" destId="{885B0E75-43FE-4B9A-9635-3DF42E1879FB}" srcOrd="6" destOrd="0" presId="urn:microsoft.com/office/officeart/2005/8/layout/vProcess5"/>
    <dgm:cxn modelId="{67B57E34-BDE2-42D5-9E42-2DA2C296C2A8}" type="presParOf" srcId="{E1312424-EF0D-4D09-974C-FAA8DCC61388}" destId="{A0550908-E41C-43BE-842A-5A2584349D0D}" srcOrd="7" destOrd="0" presId="urn:microsoft.com/office/officeart/2005/8/layout/vProcess5"/>
    <dgm:cxn modelId="{0956C402-C65E-428D-9D6E-2EE0FD42EBDE}" type="presParOf" srcId="{E1312424-EF0D-4D09-974C-FAA8DCC61388}" destId="{27802F38-2A98-4877-9B8A-B6C44298A471}" srcOrd="8" destOrd="0" presId="urn:microsoft.com/office/officeart/2005/8/layout/vProcess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1B86C4F-B00C-47E5-98BA-1CBC55F510B6}" type="doc">
      <dgm:prSet loTypeId="urn:microsoft.com/office/officeart/2005/8/layout/hProcess3" loCatId="process" qsTypeId="urn:microsoft.com/office/officeart/2005/8/quickstyle/simple1" qsCatId="simple" csTypeId="urn:microsoft.com/office/officeart/2005/8/colors/accent1_2" csCatId="accent1" phldr="1"/>
      <dgm:spPr/>
      <dgm:t>
        <a:bodyPr/>
        <a:lstStyle/>
        <a:p>
          <a:endParaRPr lang="en-US"/>
        </a:p>
      </dgm:t>
    </dgm:pt>
    <dgm:pt modelId="{150C9D06-B6FD-4222-845B-3F6E8BBB72EC}">
      <dgm:prSet/>
      <dgm:spPr/>
      <dgm:t>
        <a:bodyPr/>
        <a:lstStyle/>
        <a:p>
          <a:pPr algn="l"/>
          <a:r>
            <a:rPr lang="it-IT" b="1" dirty="0" err="1"/>
            <a:t>Pre</a:t>
          </a:r>
          <a:r>
            <a:rPr lang="it-IT" b="1" dirty="0"/>
            <a:t>-processing e </a:t>
          </a:r>
          <a:r>
            <a:rPr lang="it-IT" b="1" dirty="0" err="1"/>
            <a:t>Cleaning</a:t>
          </a:r>
          <a:endParaRPr lang="en-US" dirty="0"/>
        </a:p>
      </dgm:t>
    </dgm:pt>
    <dgm:pt modelId="{F7514A32-D881-4F26-BEF6-E80F20F007E6}" type="parTrans" cxnId="{39A4A57E-27DD-4340-8976-84CD20398E4A}">
      <dgm:prSet/>
      <dgm:spPr/>
      <dgm:t>
        <a:bodyPr/>
        <a:lstStyle/>
        <a:p>
          <a:pPr algn="l"/>
          <a:endParaRPr lang="en-US"/>
        </a:p>
      </dgm:t>
    </dgm:pt>
    <dgm:pt modelId="{6F253451-A320-4BE2-96DD-A7618F9F3EE0}" type="sibTrans" cxnId="{39A4A57E-27DD-4340-8976-84CD20398E4A}">
      <dgm:prSet/>
      <dgm:spPr/>
      <dgm:t>
        <a:bodyPr/>
        <a:lstStyle/>
        <a:p>
          <a:pPr algn="l"/>
          <a:endParaRPr lang="en-US"/>
        </a:p>
      </dgm:t>
    </dgm:pt>
    <dgm:pt modelId="{4B52329F-E1E1-428F-9BD3-2D128A36CFA2}">
      <dgm:prSet/>
      <dgm:spPr/>
      <dgm:t>
        <a:bodyPr/>
        <a:lstStyle/>
        <a:p>
          <a:pPr algn="l"/>
          <a:r>
            <a:rPr lang="it-IT" b="1" dirty="0"/>
            <a:t>Obiettivo:</a:t>
          </a:r>
          <a:r>
            <a:rPr lang="it-IT" dirty="0"/>
            <a:t> Riduzione del rumore</a:t>
          </a:r>
          <a:endParaRPr lang="en-US" dirty="0"/>
        </a:p>
      </dgm:t>
    </dgm:pt>
    <dgm:pt modelId="{DA190A79-A1A9-475A-B6AE-0275972EA8BC}" type="parTrans" cxnId="{490B3B98-4316-4F82-A50D-0F34C0E7CD8A}">
      <dgm:prSet/>
      <dgm:spPr/>
      <dgm:t>
        <a:bodyPr/>
        <a:lstStyle/>
        <a:p>
          <a:pPr algn="l"/>
          <a:endParaRPr lang="en-US"/>
        </a:p>
      </dgm:t>
    </dgm:pt>
    <dgm:pt modelId="{B8D43D27-96B9-49E7-A3B4-1FE7A7A936EE}" type="sibTrans" cxnId="{490B3B98-4316-4F82-A50D-0F34C0E7CD8A}">
      <dgm:prSet/>
      <dgm:spPr/>
      <dgm:t>
        <a:bodyPr/>
        <a:lstStyle/>
        <a:p>
          <a:pPr algn="l"/>
          <a:endParaRPr lang="en-US"/>
        </a:p>
      </dgm:t>
    </dgm:pt>
    <dgm:pt modelId="{8BDD8C66-BD95-41CF-90F8-66276BD02BCA}">
      <dgm:prSet/>
      <dgm:spPr/>
      <dgm:t>
        <a:bodyPr/>
        <a:lstStyle/>
        <a:p>
          <a:pPr algn="l"/>
          <a:r>
            <a:rPr lang="it-IT" b="1" dirty="0"/>
            <a:t>Tecnica:</a:t>
          </a:r>
          <a:r>
            <a:rPr lang="it-IT" dirty="0"/>
            <a:t> Utilizzo di </a:t>
          </a:r>
          <a:r>
            <a:rPr lang="it-IT" dirty="0" err="1"/>
            <a:t>Regex</a:t>
          </a:r>
          <a:r>
            <a:rPr lang="it-IT" dirty="0"/>
            <a:t> per eliminare caratteri non alfanumerici, punteggiatura e normalizzazione del testo</a:t>
          </a:r>
          <a:endParaRPr lang="en-US" dirty="0"/>
        </a:p>
      </dgm:t>
    </dgm:pt>
    <dgm:pt modelId="{B419C5CB-2A82-40E0-8208-60366F7B7E65}" type="parTrans" cxnId="{2CCC34CD-47E6-4F08-B0FD-34D45F810A8E}">
      <dgm:prSet/>
      <dgm:spPr/>
      <dgm:t>
        <a:bodyPr/>
        <a:lstStyle/>
        <a:p>
          <a:pPr algn="l"/>
          <a:endParaRPr lang="en-US"/>
        </a:p>
      </dgm:t>
    </dgm:pt>
    <dgm:pt modelId="{5AD5135C-71B8-49E4-A816-816541DCEB81}" type="sibTrans" cxnId="{2CCC34CD-47E6-4F08-B0FD-34D45F810A8E}">
      <dgm:prSet/>
      <dgm:spPr/>
      <dgm:t>
        <a:bodyPr/>
        <a:lstStyle/>
        <a:p>
          <a:pPr algn="l"/>
          <a:endParaRPr lang="en-US"/>
        </a:p>
      </dgm:t>
    </dgm:pt>
    <dgm:pt modelId="{6B9FF0EA-C17E-4CE8-9294-FB45873D4C8F}">
      <dgm:prSet/>
      <dgm:spPr/>
      <dgm:t>
        <a:bodyPr/>
        <a:lstStyle/>
        <a:p>
          <a:pPr algn="l"/>
          <a:r>
            <a:rPr lang="it-IT" b="1" dirty="0"/>
            <a:t>Risultato:</a:t>
          </a:r>
          <a:r>
            <a:rPr lang="it-IT" dirty="0"/>
            <a:t> Testo uniforme pronto per la tokenizzazione</a:t>
          </a:r>
          <a:endParaRPr lang="en-US" dirty="0"/>
        </a:p>
      </dgm:t>
    </dgm:pt>
    <dgm:pt modelId="{2920CF28-AC4F-4C57-80A0-EE50A50080D6}" type="parTrans" cxnId="{EC8C680D-FB90-4BAB-88ED-D321536B31CA}">
      <dgm:prSet/>
      <dgm:spPr/>
      <dgm:t>
        <a:bodyPr/>
        <a:lstStyle/>
        <a:p>
          <a:pPr algn="l"/>
          <a:endParaRPr lang="en-US"/>
        </a:p>
      </dgm:t>
    </dgm:pt>
    <dgm:pt modelId="{2CE8B7E9-B47E-4079-A911-6C55311E2110}" type="sibTrans" cxnId="{EC8C680D-FB90-4BAB-88ED-D321536B31CA}">
      <dgm:prSet/>
      <dgm:spPr/>
      <dgm:t>
        <a:bodyPr/>
        <a:lstStyle/>
        <a:p>
          <a:pPr algn="l"/>
          <a:endParaRPr lang="en-US"/>
        </a:p>
      </dgm:t>
    </dgm:pt>
    <dgm:pt modelId="{D46DD437-FFD1-4DD1-A740-E84BDBEB0A10}">
      <dgm:prSet/>
      <dgm:spPr/>
      <dgm:t>
        <a:bodyPr/>
        <a:lstStyle/>
        <a:p>
          <a:pPr algn="l"/>
          <a:r>
            <a:rPr lang="it-IT" b="1" dirty="0"/>
            <a:t>Estrazione dei bigrammi</a:t>
          </a:r>
          <a:endParaRPr lang="en-US" dirty="0"/>
        </a:p>
      </dgm:t>
    </dgm:pt>
    <dgm:pt modelId="{EDD7B021-2FEF-4238-8FED-477D5A4FFBBD}" type="parTrans" cxnId="{9308D4EF-EC05-459B-AAF7-7C8645A30AB4}">
      <dgm:prSet/>
      <dgm:spPr/>
      <dgm:t>
        <a:bodyPr/>
        <a:lstStyle/>
        <a:p>
          <a:pPr algn="l"/>
          <a:endParaRPr lang="en-US"/>
        </a:p>
      </dgm:t>
    </dgm:pt>
    <dgm:pt modelId="{2552F0D0-DFE7-4CD0-B250-D49595FDF2B3}" type="sibTrans" cxnId="{9308D4EF-EC05-459B-AAF7-7C8645A30AB4}">
      <dgm:prSet/>
      <dgm:spPr/>
      <dgm:t>
        <a:bodyPr/>
        <a:lstStyle/>
        <a:p>
          <a:pPr algn="l"/>
          <a:endParaRPr lang="en-US"/>
        </a:p>
      </dgm:t>
    </dgm:pt>
    <dgm:pt modelId="{B74098FD-5786-459D-A79F-D890A17A5E72}">
      <dgm:prSet/>
      <dgm:spPr/>
      <dgm:t>
        <a:bodyPr/>
        <a:lstStyle/>
        <a:p>
          <a:pPr algn="l"/>
          <a:r>
            <a:rPr lang="it-IT" b="1" dirty="0"/>
            <a:t>Approccio: </a:t>
          </a:r>
          <a:r>
            <a:rPr lang="it-IT" b="0" dirty="0"/>
            <a:t>suddividere il testo delle recensioni in coppie di parole</a:t>
          </a:r>
          <a:endParaRPr lang="en-US" dirty="0"/>
        </a:p>
      </dgm:t>
    </dgm:pt>
    <dgm:pt modelId="{B2C18F8E-3BF7-40E5-B0D1-0D770826A530}" type="parTrans" cxnId="{D6497C6C-1E4F-4765-A555-E93980097855}">
      <dgm:prSet/>
      <dgm:spPr/>
      <dgm:t>
        <a:bodyPr/>
        <a:lstStyle/>
        <a:p>
          <a:pPr algn="l"/>
          <a:endParaRPr lang="en-US"/>
        </a:p>
      </dgm:t>
    </dgm:pt>
    <dgm:pt modelId="{DF00C396-FC45-4808-A039-AA8E310F7F01}" type="sibTrans" cxnId="{D6497C6C-1E4F-4765-A555-E93980097855}">
      <dgm:prSet/>
      <dgm:spPr/>
      <dgm:t>
        <a:bodyPr/>
        <a:lstStyle/>
        <a:p>
          <a:pPr algn="l"/>
          <a:endParaRPr lang="en-US"/>
        </a:p>
      </dgm:t>
    </dgm:pt>
    <dgm:pt modelId="{D0E69F7D-5BED-47EE-8510-168F679D5E38}">
      <dgm:prSet/>
      <dgm:spPr/>
      <dgm:t>
        <a:bodyPr/>
        <a:lstStyle/>
        <a:p>
          <a:pPr algn="l"/>
          <a:r>
            <a:rPr lang="it-IT" b="1" dirty="0"/>
            <a:t>Motivazione:</a:t>
          </a:r>
          <a:r>
            <a:rPr lang="it-IT" dirty="0"/>
            <a:t> Preservare il contesto semantico</a:t>
          </a:r>
          <a:endParaRPr lang="en-US" dirty="0"/>
        </a:p>
      </dgm:t>
    </dgm:pt>
    <dgm:pt modelId="{9845BF79-3837-4300-8E0A-386CD0F9B880}" type="parTrans" cxnId="{3F7ACB95-F54C-4A7A-8D85-40E81DD7F96F}">
      <dgm:prSet/>
      <dgm:spPr/>
      <dgm:t>
        <a:bodyPr/>
        <a:lstStyle/>
        <a:p>
          <a:pPr algn="l"/>
          <a:endParaRPr lang="en-US"/>
        </a:p>
      </dgm:t>
    </dgm:pt>
    <dgm:pt modelId="{AD092441-3F69-4992-A310-85BBE157ED14}" type="sibTrans" cxnId="{3F7ACB95-F54C-4A7A-8D85-40E81DD7F96F}">
      <dgm:prSet/>
      <dgm:spPr/>
      <dgm:t>
        <a:bodyPr/>
        <a:lstStyle/>
        <a:p>
          <a:pPr algn="l"/>
          <a:endParaRPr lang="en-US"/>
        </a:p>
      </dgm:t>
    </dgm:pt>
    <dgm:pt modelId="{FC534C18-BF3D-473A-B550-60F84DF8C583}">
      <dgm:prSet/>
      <dgm:spPr/>
      <dgm:t>
        <a:bodyPr/>
        <a:lstStyle/>
        <a:p>
          <a:pPr algn="l"/>
          <a:r>
            <a:rPr lang="it-IT" b="1" dirty="0" err="1"/>
            <a:t>Stopwords</a:t>
          </a:r>
          <a:r>
            <a:rPr lang="it-IT" b="1" dirty="0"/>
            <a:t> </a:t>
          </a:r>
          <a:r>
            <a:rPr lang="it-IT" b="1" dirty="0" err="1"/>
            <a:t>Removal</a:t>
          </a:r>
          <a:endParaRPr lang="en-US" dirty="0"/>
        </a:p>
      </dgm:t>
    </dgm:pt>
    <dgm:pt modelId="{492AF104-10B7-424E-9201-D7D922AABF6E}" type="parTrans" cxnId="{836FF512-0FA8-41D1-8910-F3A8AAA7DE40}">
      <dgm:prSet/>
      <dgm:spPr/>
      <dgm:t>
        <a:bodyPr/>
        <a:lstStyle/>
        <a:p>
          <a:pPr algn="l"/>
          <a:endParaRPr lang="en-US"/>
        </a:p>
      </dgm:t>
    </dgm:pt>
    <dgm:pt modelId="{BFD8EE90-54BF-4A93-8098-957DCB783597}" type="sibTrans" cxnId="{836FF512-0FA8-41D1-8910-F3A8AAA7DE40}">
      <dgm:prSet/>
      <dgm:spPr/>
      <dgm:t>
        <a:bodyPr/>
        <a:lstStyle/>
        <a:p>
          <a:pPr algn="l"/>
          <a:endParaRPr lang="en-US"/>
        </a:p>
      </dgm:t>
    </dgm:pt>
    <dgm:pt modelId="{0B9646AF-83BE-4382-9B39-DCA73D5B60BE}">
      <dgm:prSet/>
      <dgm:spPr/>
      <dgm:t>
        <a:bodyPr/>
        <a:lstStyle/>
        <a:p>
          <a:pPr algn="l"/>
          <a:r>
            <a:rPr lang="it-IT" b="1" dirty="0"/>
            <a:t>Filtraggio base:</a:t>
          </a:r>
          <a:r>
            <a:rPr lang="it-IT" dirty="0"/>
            <a:t> Rimozione di articoli, proposizioni e congiunzioni</a:t>
          </a:r>
          <a:endParaRPr lang="en-US" dirty="0"/>
        </a:p>
      </dgm:t>
    </dgm:pt>
    <dgm:pt modelId="{B8F1C6E0-8743-46D9-9BB9-EC1BDABEE4A2}" type="parTrans" cxnId="{0B9FEB69-EB36-4B81-A3A0-2D14DE8DF5A8}">
      <dgm:prSet/>
      <dgm:spPr/>
      <dgm:t>
        <a:bodyPr/>
        <a:lstStyle/>
        <a:p>
          <a:pPr algn="l"/>
          <a:endParaRPr lang="en-US"/>
        </a:p>
      </dgm:t>
    </dgm:pt>
    <dgm:pt modelId="{FBE752BF-5838-4D13-A452-2D9B1911A5F7}" type="sibTrans" cxnId="{0B9FEB69-EB36-4B81-A3A0-2D14DE8DF5A8}">
      <dgm:prSet/>
      <dgm:spPr/>
      <dgm:t>
        <a:bodyPr/>
        <a:lstStyle/>
        <a:p>
          <a:pPr algn="l"/>
          <a:endParaRPr lang="en-US"/>
        </a:p>
      </dgm:t>
    </dgm:pt>
    <dgm:pt modelId="{F16A7932-72AC-4913-855E-95C9EC0C328D}">
      <dgm:prSet/>
      <dgm:spPr/>
      <dgm:t>
        <a:bodyPr/>
        <a:lstStyle/>
        <a:p>
          <a:pPr algn="l"/>
          <a:r>
            <a:rPr lang="it-IT" b="1" dirty="0"/>
            <a:t>Filtraggio di contesto:</a:t>
          </a:r>
          <a:r>
            <a:rPr lang="it-IT" dirty="0"/>
            <a:t> Rimozione termini ad alta frequenza ma poco informativi specifici del contesto.</a:t>
          </a:r>
          <a:endParaRPr lang="en-US" dirty="0"/>
        </a:p>
      </dgm:t>
    </dgm:pt>
    <dgm:pt modelId="{14131561-C0FA-4F52-A165-FA4EF4C54F0D}" type="parTrans" cxnId="{557FDB4E-770E-4B0A-889C-0D48E30C3103}">
      <dgm:prSet/>
      <dgm:spPr/>
      <dgm:t>
        <a:bodyPr/>
        <a:lstStyle/>
        <a:p>
          <a:pPr algn="l"/>
          <a:endParaRPr lang="en-US"/>
        </a:p>
      </dgm:t>
    </dgm:pt>
    <dgm:pt modelId="{9DA3C5A9-7EF7-4F6C-8239-FD20BBCD2AAA}" type="sibTrans" cxnId="{557FDB4E-770E-4B0A-889C-0D48E30C3103}">
      <dgm:prSet/>
      <dgm:spPr/>
      <dgm:t>
        <a:bodyPr/>
        <a:lstStyle/>
        <a:p>
          <a:pPr algn="l"/>
          <a:endParaRPr lang="en-US"/>
        </a:p>
      </dgm:t>
    </dgm:pt>
    <dgm:pt modelId="{D37B0AFD-F07E-4E23-BCF7-E8F866745BE5}">
      <dgm:prSet/>
      <dgm:spPr/>
      <dgm:t>
        <a:bodyPr/>
        <a:lstStyle/>
        <a:p>
          <a:pPr algn="l"/>
          <a:r>
            <a:rPr lang="it-IT" b="1" dirty="0"/>
            <a:t>Output:</a:t>
          </a:r>
          <a:r>
            <a:rPr lang="it-IT" dirty="0"/>
            <a:t> Solo coppie di parole utili</a:t>
          </a:r>
          <a:endParaRPr lang="en-US" dirty="0"/>
        </a:p>
      </dgm:t>
    </dgm:pt>
    <dgm:pt modelId="{83ABF371-8A7D-4F36-AE76-6F3BB9EA19D9}" type="parTrans" cxnId="{C20F6A11-8DCA-48DF-AD28-AA28FD5697D2}">
      <dgm:prSet/>
      <dgm:spPr/>
      <dgm:t>
        <a:bodyPr/>
        <a:lstStyle/>
        <a:p>
          <a:pPr algn="l"/>
          <a:endParaRPr lang="en-US"/>
        </a:p>
      </dgm:t>
    </dgm:pt>
    <dgm:pt modelId="{171424D6-3987-457A-972B-6D631FD340F9}" type="sibTrans" cxnId="{C20F6A11-8DCA-48DF-AD28-AA28FD5697D2}">
      <dgm:prSet/>
      <dgm:spPr/>
      <dgm:t>
        <a:bodyPr/>
        <a:lstStyle/>
        <a:p>
          <a:pPr algn="l"/>
          <a:endParaRPr lang="en-US"/>
        </a:p>
      </dgm:t>
    </dgm:pt>
    <dgm:pt modelId="{1BD3C55F-7395-44CD-B024-68F2FA90EDF0}">
      <dgm:prSet/>
      <dgm:spPr/>
      <dgm:t>
        <a:bodyPr/>
        <a:lstStyle/>
        <a:p>
          <a:pPr algn="l"/>
          <a:r>
            <a:rPr lang="it-IT" b="1"/>
            <a:t>Aggregazione MapReduce</a:t>
          </a:r>
          <a:endParaRPr lang="en-US"/>
        </a:p>
      </dgm:t>
    </dgm:pt>
    <dgm:pt modelId="{50399BBC-E298-4C2A-B033-8A74AD0D17C8}" type="parTrans" cxnId="{7FA0AB0E-377F-4802-91E5-73A8CF763E44}">
      <dgm:prSet/>
      <dgm:spPr/>
      <dgm:t>
        <a:bodyPr/>
        <a:lstStyle/>
        <a:p>
          <a:pPr algn="l"/>
          <a:endParaRPr lang="en-US"/>
        </a:p>
      </dgm:t>
    </dgm:pt>
    <dgm:pt modelId="{9E7DD5CC-87BA-46D1-8209-88EA9DEF306E}" type="sibTrans" cxnId="{7FA0AB0E-377F-4802-91E5-73A8CF763E44}">
      <dgm:prSet/>
      <dgm:spPr/>
      <dgm:t>
        <a:bodyPr/>
        <a:lstStyle/>
        <a:p>
          <a:pPr algn="l"/>
          <a:endParaRPr lang="en-US"/>
        </a:p>
      </dgm:t>
    </dgm:pt>
    <dgm:pt modelId="{41A57E03-A76D-4306-8355-9AB05C49ACCD}">
      <dgm:prSet/>
      <dgm:spPr/>
      <dgm:t>
        <a:bodyPr/>
        <a:lstStyle/>
        <a:p>
          <a:pPr algn="l"/>
          <a:r>
            <a:rPr lang="it-IT" b="1" dirty="0"/>
            <a:t>Calcolo:</a:t>
          </a:r>
          <a:r>
            <a:rPr lang="it-IT" dirty="0"/>
            <a:t> Conteggio distribuito delle occorrenze delle coppie di parole</a:t>
          </a:r>
          <a:endParaRPr lang="en-US" dirty="0"/>
        </a:p>
      </dgm:t>
    </dgm:pt>
    <dgm:pt modelId="{30DF7BE1-F0E0-432A-B3A3-D691AECC9A06}" type="parTrans" cxnId="{C3E55ECD-E2BB-450A-8DEB-028C432720E1}">
      <dgm:prSet/>
      <dgm:spPr/>
      <dgm:t>
        <a:bodyPr/>
        <a:lstStyle/>
        <a:p>
          <a:pPr algn="l"/>
          <a:endParaRPr lang="en-US"/>
        </a:p>
      </dgm:t>
    </dgm:pt>
    <dgm:pt modelId="{CBFC2F3D-75D7-4FFB-A21D-4659670829F3}" type="sibTrans" cxnId="{C3E55ECD-E2BB-450A-8DEB-028C432720E1}">
      <dgm:prSet/>
      <dgm:spPr/>
      <dgm:t>
        <a:bodyPr/>
        <a:lstStyle/>
        <a:p>
          <a:pPr algn="l"/>
          <a:endParaRPr lang="en-US"/>
        </a:p>
      </dgm:t>
    </dgm:pt>
    <dgm:pt modelId="{65F8FE36-47EA-4901-A6C5-A932D66CA951}">
      <dgm:prSet/>
      <dgm:spPr/>
      <dgm:t>
        <a:bodyPr/>
        <a:lstStyle/>
        <a:p>
          <a:pPr algn="l"/>
          <a:r>
            <a:rPr lang="en-US" b="1" dirty="0" err="1"/>
            <a:t>Salvataggio</a:t>
          </a:r>
          <a:r>
            <a:rPr lang="en-US" b="0" dirty="0"/>
            <a:t> </a:t>
          </a:r>
          <a:r>
            <a:rPr lang="en-US" b="1" dirty="0"/>
            <a:t>ed </a:t>
          </a:r>
          <a:r>
            <a:rPr lang="en-US" b="1" dirty="0" err="1"/>
            <a:t>esportazione</a:t>
          </a:r>
          <a:r>
            <a:rPr lang="en-US" b="1" dirty="0"/>
            <a:t>: </a:t>
          </a:r>
          <a:r>
            <a:rPr lang="en-US" b="0" dirty="0" err="1"/>
            <a:t>esportazione</a:t>
          </a:r>
          <a:r>
            <a:rPr lang="en-US" b="0" dirty="0"/>
            <a:t> </a:t>
          </a:r>
          <a:r>
            <a:rPr lang="en-US" b="0" dirty="0" err="1"/>
            <a:t>dei</a:t>
          </a:r>
          <a:r>
            <a:rPr lang="en-US" b="0" dirty="0"/>
            <a:t> </a:t>
          </a:r>
          <a:r>
            <a:rPr lang="en-US" b="0" dirty="0" err="1"/>
            <a:t>risultati</a:t>
          </a:r>
          <a:r>
            <a:rPr lang="en-US" b="0" dirty="0"/>
            <a:t> in </a:t>
          </a:r>
          <a:r>
            <a:rPr lang="en-US" b="0" dirty="0" err="1"/>
            <a:t>formato</a:t>
          </a:r>
          <a:r>
            <a:rPr lang="en-US" b="0" dirty="0"/>
            <a:t> csv</a:t>
          </a:r>
          <a:endParaRPr lang="en-US" b="1" dirty="0"/>
        </a:p>
      </dgm:t>
    </dgm:pt>
    <dgm:pt modelId="{FF24EB2D-A52A-4575-8062-78A41D920739}" type="parTrans" cxnId="{E4644844-3EEF-459E-AFB2-2E94404643E3}">
      <dgm:prSet/>
      <dgm:spPr/>
      <dgm:t>
        <a:bodyPr/>
        <a:lstStyle/>
        <a:p>
          <a:pPr algn="l"/>
          <a:endParaRPr lang="en-US"/>
        </a:p>
      </dgm:t>
    </dgm:pt>
    <dgm:pt modelId="{1B3904D4-9F99-4E47-8299-18857C3B3ECF}" type="sibTrans" cxnId="{E4644844-3EEF-459E-AFB2-2E94404643E3}">
      <dgm:prSet/>
      <dgm:spPr/>
      <dgm:t>
        <a:bodyPr/>
        <a:lstStyle/>
        <a:p>
          <a:pPr algn="l"/>
          <a:endParaRPr lang="en-US"/>
        </a:p>
      </dgm:t>
    </dgm:pt>
    <dgm:pt modelId="{93331CF4-A746-468B-8C11-9DFB8FD0B69F}" type="pres">
      <dgm:prSet presAssocID="{61B86C4F-B00C-47E5-98BA-1CBC55F510B6}" presName="Name0" presStyleCnt="0">
        <dgm:presLayoutVars>
          <dgm:dir/>
          <dgm:animLvl val="lvl"/>
          <dgm:resizeHandles val="exact"/>
        </dgm:presLayoutVars>
      </dgm:prSet>
      <dgm:spPr/>
    </dgm:pt>
    <dgm:pt modelId="{803B9503-1AAA-4EA3-9B7E-D4F71479314E}" type="pres">
      <dgm:prSet presAssocID="{61B86C4F-B00C-47E5-98BA-1CBC55F510B6}" presName="dummy" presStyleCnt="0"/>
      <dgm:spPr/>
    </dgm:pt>
    <dgm:pt modelId="{1E1B630E-1F69-4595-BA1D-9A7FEB16E6A8}" type="pres">
      <dgm:prSet presAssocID="{61B86C4F-B00C-47E5-98BA-1CBC55F510B6}" presName="linH" presStyleCnt="0"/>
      <dgm:spPr/>
    </dgm:pt>
    <dgm:pt modelId="{D526E0F7-09E1-4DCD-91E8-FAC97731F2D9}" type="pres">
      <dgm:prSet presAssocID="{61B86C4F-B00C-47E5-98BA-1CBC55F510B6}" presName="padding1" presStyleCnt="0"/>
      <dgm:spPr/>
    </dgm:pt>
    <dgm:pt modelId="{466D25F0-B904-4ADB-91C7-37177886C6C8}" type="pres">
      <dgm:prSet presAssocID="{150C9D06-B6FD-4222-845B-3F6E8BBB72EC}" presName="linV" presStyleCnt="0"/>
      <dgm:spPr/>
    </dgm:pt>
    <dgm:pt modelId="{D8D03701-9574-4C4F-9B85-5400E00EC2F3}" type="pres">
      <dgm:prSet presAssocID="{150C9D06-B6FD-4222-845B-3F6E8BBB72EC}" presName="spVertical1" presStyleCnt="0"/>
      <dgm:spPr/>
    </dgm:pt>
    <dgm:pt modelId="{A231D25E-5976-40F2-9B6B-157CD57E9B20}" type="pres">
      <dgm:prSet presAssocID="{150C9D06-B6FD-4222-845B-3F6E8BBB72EC}" presName="parTx" presStyleLbl="revTx" presStyleIdx="0" presStyleCnt="8">
        <dgm:presLayoutVars>
          <dgm:chMax val="0"/>
          <dgm:chPref val="0"/>
          <dgm:bulletEnabled val="1"/>
        </dgm:presLayoutVars>
      </dgm:prSet>
      <dgm:spPr/>
    </dgm:pt>
    <dgm:pt modelId="{4568A4E5-D391-44CC-BA3F-F6D95CCD3275}" type="pres">
      <dgm:prSet presAssocID="{150C9D06-B6FD-4222-845B-3F6E8BBB72EC}" presName="spVertical2" presStyleCnt="0"/>
      <dgm:spPr/>
    </dgm:pt>
    <dgm:pt modelId="{B0305F19-7E63-4CC8-8173-75A89975F576}" type="pres">
      <dgm:prSet presAssocID="{150C9D06-B6FD-4222-845B-3F6E8BBB72EC}" presName="spVertical3" presStyleCnt="0"/>
      <dgm:spPr/>
    </dgm:pt>
    <dgm:pt modelId="{226C86D5-9BB0-4EC1-B9C1-712B8C4D493B}" type="pres">
      <dgm:prSet presAssocID="{150C9D06-B6FD-4222-845B-3F6E8BBB72EC}" presName="desTx" presStyleLbl="revTx" presStyleIdx="1" presStyleCnt="8">
        <dgm:presLayoutVars>
          <dgm:bulletEnabled val="1"/>
        </dgm:presLayoutVars>
      </dgm:prSet>
      <dgm:spPr/>
    </dgm:pt>
    <dgm:pt modelId="{66A2FF6D-41D4-4D08-BB83-732AE7207FFF}" type="pres">
      <dgm:prSet presAssocID="{6F253451-A320-4BE2-96DD-A7618F9F3EE0}" presName="space" presStyleCnt="0"/>
      <dgm:spPr/>
    </dgm:pt>
    <dgm:pt modelId="{D4CE49E1-0ACB-4D10-AD21-8514FF1CE408}" type="pres">
      <dgm:prSet presAssocID="{FC534C18-BF3D-473A-B550-60F84DF8C583}" presName="linV" presStyleCnt="0"/>
      <dgm:spPr/>
    </dgm:pt>
    <dgm:pt modelId="{72F47416-D62E-48A7-8A0D-795886549DB1}" type="pres">
      <dgm:prSet presAssocID="{FC534C18-BF3D-473A-B550-60F84DF8C583}" presName="spVertical1" presStyleCnt="0"/>
      <dgm:spPr/>
    </dgm:pt>
    <dgm:pt modelId="{C901A7DC-005E-40D8-974D-25AA37B3523A}" type="pres">
      <dgm:prSet presAssocID="{FC534C18-BF3D-473A-B550-60F84DF8C583}" presName="parTx" presStyleLbl="revTx" presStyleIdx="2" presStyleCnt="8">
        <dgm:presLayoutVars>
          <dgm:chMax val="0"/>
          <dgm:chPref val="0"/>
          <dgm:bulletEnabled val="1"/>
        </dgm:presLayoutVars>
      </dgm:prSet>
      <dgm:spPr/>
    </dgm:pt>
    <dgm:pt modelId="{AAE58E6F-2055-4915-8D22-282D085D6AFA}" type="pres">
      <dgm:prSet presAssocID="{FC534C18-BF3D-473A-B550-60F84DF8C583}" presName="spVertical2" presStyleCnt="0"/>
      <dgm:spPr/>
    </dgm:pt>
    <dgm:pt modelId="{D8F016AF-8D41-4027-B970-A918BAB7BC56}" type="pres">
      <dgm:prSet presAssocID="{FC534C18-BF3D-473A-B550-60F84DF8C583}" presName="spVertical3" presStyleCnt="0"/>
      <dgm:spPr/>
    </dgm:pt>
    <dgm:pt modelId="{8A30E715-6168-49DC-AB6B-CE2665F37521}" type="pres">
      <dgm:prSet presAssocID="{FC534C18-BF3D-473A-B550-60F84DF8C583}" presName="desTx" presStyleLbl="revTx" presStyleIdx="3" presStyleCnt="8">
        <dgm:presLayoutVars>
          <dgm:bulletEnabled val="1"/>
        </dgm:presLayoutVars>
      </dgm:prSet>
      <dgm:spPr/>
    </dgm:pt>
    <dgm:pt modelId="{9C877AC0-21E0-4EAF-9537-87730B00AF4C}" type="pres">
      <dgm:prSet presAssocID="{BFD8EE90-54BF-4A93-8098-957DCB783597}" presName="space" presStyleCnt="0"/>
      <dgm:spPr/>
    </dgm:pt>
    <dgm:pt modelId="{BBA45BFC-63EC-4325-B14B-3729D9A7AB18}" type="pres">
      <dgm:prSet presAssocID="{D46DD437-FFD1-4DD1-A740-E84BDBEB0A10}" presName="linV" presStyleCnt="0"/>
      <dgm:spPr/>
    </dgm:pt>
    <dgm:pt modelId="{ADCDFC54-634F-4F96-8543-CCC04CDCBD18}" type="pres">
      <dgm:prSet presAssocID="{D46DD437-FFD1-4DD1-A740-E84BDBEB0A10}" presName="spVertical1" presStyleCnt="0"/>
      <dgm:spPr/>
    </dgm:pt>
    <dgm:pt modelId="{4F2F3A95-9C38-4EC4-B68F-D999D42C91D2}" type="pres">
      <dgm:prSet presAssocID="{D46DD437-FFD1-4DD1-A740-E84BDBEB0A10}" presName="parTx" presStyleLbl="revTx" presStyleIdx="4" presStyleCnt="8">
        <dgm:presLayoutVars>
          <dgm:chMax val="0"/>
          <dgm:chPref val="0"/>
          <dgm:bulletEnabled val="1"/>
        </dgm:presLayoutVars>
      </dgm:prSet>
      <dgm:spPr/>
    </dgm:pt>
    <dgm:pt modelId="{092EA2D8-8BC2-4B93-AD16-16BB0CDA2AE9}" type="pres">
      <dgm:prSet presAssocID="{D46DD437-FFD1-4DD1-A740-E84BDBEB0A10}" presName="spVertical2" presStyleCnt="0"/>
      <dgm:spPr/>
    </dgm:pt>
    <dgm:pt modelId="{362A86AE-AA57-4995-9EFA-B0BF16E6D93A}" type="pres">
      <dgm:prSet presAssocID="{D46DD437-FFD1-4DD1-A740-E84BDBEB0A10}" presName="spVertical3" presStyleCnt="0"/>
      <dgm:spPr/>
    </dgm:pt>
    <dgm:pt modelId="{3F49D824-B696-4EBD-8555-243546CB9537}" type="pres">
      <dgm:prSet presAssocID="{D46DD437-FFD1-4DD1-A740-E84BDBEB0A10}" presName="desTx" presStyleLbl="revTx" presStyleIdx="5" presStyleCnt="8">
        <dgm:presLayoutVars>
          <dgm:bulletEnabled val="1"/>
        </dgm:presLayoutVars>
      </dgm:prSet>
      <dgm:spPr/>
    </dgm:pt>
    <dgm:pt modelId="{DD5F5E4F-4FC1-4555-97B2-958E38815AD7}" type="pres">
      <dgm:prSet presAssocID="{2552F0D0-DFE7-4CD0-B250-D49595FDF2B3}" presName="space" presStyleCnt="0"/>
      <dgm:spPr/>
    </dgm:pt>
    <dgm:pt modelId="{69581A74-3329-4467-BC8C-5A0085EDF3E3}" type="pres">
      <dgm:prSet presAssocID="{1BD3C55F-7395-44CD-B024-68F2FA90EDF0}" presName="linV" presStyleCnt="0"/>
      <dgm:spPr/>
    </dgm:pt>
    <dgm:pt modelId="{93E69C8E-EE66-45B7-9D80-25683CDAAC1D}" type="pres">
      <dgm:prSet presAssocID="{1BD3C55F-7395-44CD-B024-68F2FA90EDF0}" presName="spVertical1" presStyleCnt="0"/>
      <dgm:spPr/>
    </dgm:pt>
    <dgm:pt modelId="{095D2C15-6F43-4DFE-9E36-2A77E47B4940}" type="pres">
      <dgm:prSet presAssocID="{1BD3C55F-7395-44CD-B024-68F2FA90EDF0}" presName="parTx" presStyleLbl="revTx" presStyleIdx="6" presStyleCnt="8">
        <dgm:presLayoutVars>
          <dgm:chMax val="0"/>
          <dgm:chPref val="0"/>
          <dgm:bulletEnabled val="1"/>
        </dgm:presLayoutVars>
      </dgm:prSet>
      <dgm:spPr/>
    </dgm:pt>
    <dgm:pt modelId="{5C4173FF-ABB6-4C99-BB21-34BADAEF8B83}" type="pres">
      <dgm:prSet presAssocID="{1BD3C55F-7395-44CD-B024-68F2FA90EDF0}" presName="spVertical2" presStyleCnt="0"/>
      <dgm:spPr/>
    </dgm:pt>
    <dgm:pt modelId="{4496D045-8E44-4A0A-AA82-BF2D179BD521}" type="pres">
      <dgm:prSet presAssocID="{1BD3C55F-7395-44CD-B024-68F2FA90EDF0}" presName="spVertical3" presStyleCnt="0"/>
      <dgm:spPr/>
    </dgm:pt>
    <dgm:pt modelId="{9D196266-D08A-4337-A122-6F206D0BF9FE}" type="pres">
      <dgm:prSet presAssocID="{1BD3C55F-7395-44CD-B024-68F2FA90EDF0}" presName="desTx" presStyleLbl="revTx" presStyleIdx="7" presStyleCnt="8">
        <dgm:presLayoutVars>
          <dgm:bulletEnabled val="1"/>
        </dgm:presLayoutVars>
      </dgm:prSet>
      <dgm:spPr/>
    </dgm:pt>
    <dgm:pt modelId="{DEC3B485-459C-4634-B5AD-AB0B9D700B59}" type="pres">
      <dgm:prSet presAssocID="{61B86C4F-B00C-47E5-98BA-1CBC55F510B6}" presName="padding2" presStyleCnt="0"/>
      <dgm:spPr/>
    </dgm:pt>
    <dgm:pt modelId="{A5A1F82D-3522-4B2C-A3EF-1EA0C8F5AF86}" type="pres">
      <dgm:prSet presAssocID="{61B86C4F-B00C-47E5-98BA-1CBC55F510B6}" presName="negArrow" presStyleCnt="0"/>
      <dgm:spPr/>
    </dgm:pt>
    <dgm:pt modelId="{C137D2AF-0976-48BA-98AB-ACD96457D15F}" type="pres">
      <dgm:prSet presAssocID="{61B86C4F-B00C-47E5-98BA-1CBC55F510B6}" presName="backgroundArrow" presStyleLbl="node1" presStyleIdx="0" presStyleCnt="1"/>
      <dgm:spPr/>
    </dgm:pt>
  </dgm:ptLst>
  <dgm:cxnLst>
    <dgm:cxn modelId="{47859306-20EC-4922-891B-1EA96353011E}" type="presOf" srcId="{B74098FD-5786-459D-A79F-D890A17A5E72}" destId="{3F49D824-B696-4EBD-8555-243546CB9537}" srcOrd="0" destOrd="0" presId="urn:microsoft.com/office/officeart/2005/8/layout/hProcess3"/>
    <dgm:cxn modelId="{D389AA06-A5F7-4433-928A-18C1475D4DBA}" type="presOf" srcId="{65F8FE36-47EA-4901-A6C5-A932D66CA951}" destId="{9D196266-D08A-4337-A122-6F206D0BF9FE}" srcOrd="0" destOrd="1" presId="urn:microsoft.com/office/officeart/2005/8/layout/hProcess3"/>
    <dgm:cxn modelId="{EC8C680D-FB90-4BAB-88ED-D321536B31CA}" srcId="{150C9D06-B6FD-4222-845B-3F6E8BBB72EC}" destId="{6B9FF0EA-C17E-4CE8-9294-FB45873D4C8F}" srcOrd="2" destOrd="0" parTransId="{2920CF28-AC4F-4C57-80A0-EE50A50080D6}" sibTransId="{2CE8B7E9-B47E-4079-A911-6C55311E2110}"/>
    <dgm:cxn modelId="{7FA0AB0E-377F-4802-91E5-73A8CF763E44}" srcId="{61B86C4F-B00C-47E5-98BA-1CBC55F510B6}" destId="{1BD3C55F-7395-44CD-B024-68F2FA90EDF0}" srcOrd="3" destOrd="0" parTransId="{50399BBC-E298-4C2A-B033-8A74AD0D17C8}" sibTransId="{9E7DD5CC-87BA-46D1-8209-88EA9DEF306E}"/>
    <dgm:cxn modelId="{C20F6A11-8DCA-48DF-AD28-AA28FD5697D2}" srcId="{FC534C18-BF3D-473A-B550-60F84DF8C583}" destId="{D37B0AFD-F07E-4E23-BCF7-E8F866745BE5}" srcOrd="2" destOrd="0" parTransId="{83ABF371-8A7D-4F36-AE76-6F3BB9EA19D9}" sibTransId="{171424D6-3987-457A-972B-6D631FD340F9}"/>
    <dgm:cxn modelId="{836FF512-0FA8-41D1-8910-F3A8AAA7DE40}" srcId="{61B86C4F-B00C-47E5-98BA-1CBC55F510B6}" destId="{FC534C18-BF3D-473A-B550-60F84DF8C583}" srcOrd="1" destOrd="0" parTransId="{492AF104-10B7-424E-9201-D7D922AABF6E}" sibTransId="{BFD8EE90-54BF-4A93-8098-957DCB783597}"/>
    <dgm:cxn modelId="{A6610E63-5124-453F-A566-951F62DD1A35}" type="presOf" srcId="{F16A7932-72AC-4913-855E-95C9EC0C328D}" destId="{8A30E715-6168-49DC-AB6B-CE2665F37521}" srcOrd="0" destOrd="1" presId="urn:microsoft.com/office/officeart/2005/8/layout/hProcess3"/>
    <dgm:cxn modelId="{E4644844-3EEF-459E-AFB2-2E94404643E3}" srcId="{1BD3C55F-7395-44CD-B024-68F2FA90EDF0}" destId="{65F8FE36-47EA-4901-A6C5-A932D66CA951}" srcOrd="1" destOrd="0" parTransId="{FF24EB2D-A52A-4575-8062-78A41D920739}" sibTransId="{1B3904D4-9F99-4E47-8299-18857C3B3ECF}"/>
    <dgm:cxn modelId="{0B9FEB69-EB36-4B81-A3A0-2D14DE8DF5A8}" srcId="{FC534C18-BF3D-473A-B550-60F84DF8C583}" destId="{0B9646AF-83BE-4382-9B39-DCA73D5B60BE}" srcOrd="0" destOrd="0" parTransId="{B8F1C6E0-8743-46D9-9BB9-EC1BDABEE4A2}" sibTransId="{FBE752BF-5838-4D13-A452-2D9B1911A5F7}"/>
    <dgm:cxn modelId="{D6497C6C-1E4F-4765-A555-E93980097855}" srcId="{D46DD437-FFD1-4DD1-A740-E84BDBEB0A10}" destId="{B74098FD-5786-459D-A79F-D890A17A5E72}" srcOrd="0" destOrd="0" parTransId="{B2C18F8E-3BF7-40E5-B0D1-0D770826A530}" sibTransId="{DF00C396-FC45-4808-A039-AA8E310F7F01}"/>
    <dgm:cxn modelId="{0C0FBF4E-747D-470E-AFCE-8DA9DFB5A99B}" type="presOf" srcId="{41A57E03-A76D-4306-8355-9AB05C49ACCD}" destId="{9D196266-D08A-4337-A122-6F206D0BF9FE}" srcOrd="0" destOrd="0" presId="urn:microsoft.com/office/officeart/2005/8/layout/hProcess3"/>
    <dgm:cxn modelId="{557FDB4E-770E-4B0A-889C-0D48E30C3103}" srcId="{FC534C18-BF3D-473A-B550-60F84DF8C583}" destId="{F16A7932-72AC-4913-855E-95C9EC0C328D}" srcOrd="1" destOrd="0" parTransId="{14131561-C0FA-4F52-A165-FA4EF4C54F0D}" sibTransId="{9DA3C5A9-7EF7-4F6C-8239-FD20BBCD2AAA}"/>
    <dgm:cxn modelId="{6BE09C50-91A9-4777-9B1E-164989E789A0}" type="presOf" srcId="{D46DD437-FFD1-4DD1-A740-E84BDBEB0A10}" destId="{4F2F3A95-9C38-4EC4-B68F-D999D42C91D2}" srcOrd="0" destOrd="0" presId="urn:microsoft.com/office/officeart/2005/8/layout/hProcess3"/>
    <dgm:cxn modelId="{A9CC0D55-0123-460C-AA6D-ABF68ECE1B3E}" type="presOf" srcId="{D0E69F7D-5BED-47EE-8510-168F679D5E38}" destId="{3F49D824-B696-4EBD-8555-243546CB9537}" srcOrd="0" destOrd="1" presId="urn:microsoft.com/office/officeart/2005/8/layout/hProcess3"/>
    <dgm:cxn modelId="{B707317C-BB24-4977-B481-8AAAA306CE95}" type="presOf" srcId="{8BDD8C66-BD95-41CF-90F8-66276BD02BCA}" destId="{226C86D5-9BB0-4EC1-B9C1-712B8C4D493B}" srcOrd="0" destOrd="1" presId="urn:microsoft.com/office/officeart/2005/8/layout/hProcess3"/>
    <dgm:cxn modelId="{39A4A57E-27DD-4340-8976-84CD20398E4A}" srcId="{61B86C4F-B00C-47E5-98BA-1CBC55F510B6}" destId="{150C9D06-B6FD-4222-845B-3F6E8BBB72EC}" srcOrd="0" destOrd="0" parTransId="{F7514A32-D881-4F26-BEF6-E80F20F007E6}" sibTransId="{6F253451-A320-4BE2-96DD-A7618F9F3EE0}"/>
    <dgm:cxn modelId="{04EC8395-4B43-4DEA-A215-EC7869C41257}" type="presOf" srcId="{4B52329F-E1E1-428F-9BD3-2D128A36CFA2}" destId="{226C86D5-9BB0-4EC1-B9C1-712B8C4D493B}" srcOrd="0" destOrd="0" presId="urn:microsoft.com/office/officeart/2005/8/layout/hProcess3"/>
    <dgm:cxn modelId="{3F7ACB95-F54C-4A7A-8D85-40E81DD7F96F}" srcId="{D46DD437-FFD1-4DD1-A740-E84BDBEB0A10}" destId="{D0E69F7D-5BED-47EE-8510-168F679D5E38}" srcOrd="1" destOrd="0" parTransId="{9845BF79-3837-4300-8E0A-386CD0F9B880}" sibTransId="{AD092441-3F69-4992-A310-85BBE157ED14}"/>
    <dgm:cxn modelId="{490B3B98-4316-4F82-A50D-0F34C0E7CD8A}" srcId="{150C9D06-B6FD-4222-845B-3F6E8BBB72EC}" destId="{4B52329F-E1E1-428F-9BD3-2D128A36CFA2}" srcOrd="0" destOrd="0" parTransId="{DA190A79-A1A9-475A-B6AE-0275972EA8BC}" sibTransId="{B8D43D27-96B9-49E7-A3B4-1FE7A7A936EE}"/>
    <dgm:cxn modelId="{51781BA1-D700-4744-8CB3-10038F6100AB}" type="presOf" srcId="{0B9646AF-83BE-4382-9B39-DCA73D5B60BE}" destId="{8A30E715-6168-49DC-AB6B-CE2665F37521}" srcOrd="0" destOrd="0" presId="urn:microsoft.com/office/officeart/2005/8/layout/hProcess3"/>
    <dgm:cxn modelId="{22A8BDA6-821C-4F08-8C37-0DBCF5DFF532}" type="presOf" srcId="{150C9D06-B6FD-4222-845B-3F6E8BBB72EC}" destId="{A231D25E-5976-40F2-9B6B-157CD57E9B20}" srcOrd="0" destOrd="0" presId="urn:microsoft.com/office/officeart/2005/8/layout/hProcess3"/>
    <dgm:cxn modelId="{48FE09C0-7D28-429B-8FBB-4D8008FA1A7D}" type="presOf" srcId="{1BD3C55F-7395-44CD-B024-68F2FA90EDF0}" destId="{095D2C15-6F43-4DFE-9E36-2A77E47B4940}" srcOrd="0" destOrd="0" presId="urn:microsoft.com/office/officeart/2005/8/layout/hProcess3"/>
    <dgm:cxn modelId="{2CCC34CD-47E6-4F08-B0FD-34D45F810A8E}" srcId="{150C9D06-B6FD-4222-845B-3F6E8BBB72EC}" destId="{8BDD8C66-BD95-41CF-90F8-66276BD02BCA}" srcOrd="1" destOrd="0" parTransId="{B419C5CB-2A82-40E0-8208-60366F7B7E65}" sibTransId="{5AD5135C-71B8-49E4-A816-816541DCEB81}"/>
    <dgm:cxn modelId="{C3E55ECD-E2BB-450A-8DEB-028C432720E1}" srcId="{1BD3C55F-7395-44CD-B024-68F2FA90EDF0}" destId="{41A57E03-A76D-4306-8355-9AB05C49ACCD}" srcOrd="0" destOrd="0" parTransId="{30DF7BE1-F0E0-432A-B3A3-D691AECC9A06}" sibTransId="{CBFC2F3D-75D7-4FFB-A21D-4659670829F3}"/>
    <dgm:cxn modelId="{D90856DE-DB44-4CD3-B9D1-22E1A5E7C2D7}" type="presOf" srcId="{FC534C18-BF3D-473A-B550-60F84DF8C583}" destId="{C901A7DC-005E-40D8-974D-25AA37B3523A}" srcOrd="0" destOrd="0" presId="urn:microsoft.com/office/officeart/2005/8/layout/hProcess3"/>
    <dgm:cxn modelId="{CD38F0E1-A425-4972-BDF9-BF8E0975FB85}" type="presOf" srcId="{6B9FF0EA-C17E-4CE8-9294-FB45873D4C8F}" destId="{226C86D5-9BB0-4EC1-B9C1-712B8C4D493B}" srcOrd="0" destOrd="2" presId="urn:microsoft.com/office/officeart/2005/8/layout/hProcess3"/>
    <dgm:cxn modelId="{9308D4EF-EC05-459B-AAF7-7C8645A30AB4}" srcId="{61B86C4F-B00C-47E5-98BA-1CBC55F510B6}" destId="{D46DD437-FFD1-4DD1-A740-E84BDBEB0A10}" srcOrd="2" destOrd="0" parTransId="{EDD7B021-2FEF-4238-8FED-477D5A4FFBBD}" sibTransId="{2552F0D0-DFE7-4CD0-B250-D49595FDF2B3}"/>
    <dgm:cxn modelId="{04C761F7-0EEC-4FE0-AF78-7D8C5DC56D88}" type="presOf" srcId="{61B86C4F-B00C-47E5-98BA-1CBC55F510B6}" destId="{93331CF4-A746-468B-8C11-9DFB8FD0B69F}" srcOrd="0" destOrd="0" presId="urn:microsoft.com/office/officeart/2005/8/layout/hProcess3"/>
    <dgm:cxn modelId="{D3C6A5F9-4C74-43B1-85F6-E18E418E9456}" type="presOf" srcId="{D37B0AFD-F07E-4E23-BCF7-E8F866745BE5}" destId="{8A30E715-6168-49DC-AB6B-CE2665F37521}" srcOrd="0" destOrd="2" presId="urn:microsoft.com/office/officeart/2005/8/layout/hProcess3"/>
    <dgm:cxn modelId="{BA1F1789-C4B2-4BD9-8C76-90593B21121A}" type="presParOf" srcId="{93331CF4-A746-468B-8C11-9DFB8FD0B69F}" destId="{803B9503-1AAA-4EA3-9B7E-D4F71479314E}" srcOrd="0" destOrd="0" presId="urn:microsoft.com/office/officeart/2005/8/layout/hProcess3"/>
    <dgm:cxn modelId="{4F4F0316-17B4-4A1E-9F5E-F894BBF699F7}" type="presParOf" srcId="{93331CF4-A746-468B-8C11-9DFB8FD0B69F}" destId="{1E1B630E-1F69-4595-BA1D-9A7FEB16E6A8}" srcOrd="1" destOrd="0" presId="urn:microsoft.com/office/officeart/2005/8/layout/hProcess3"/>
    <dgm:cxn modelId="{B9DE55CD-8555-4A39-AB6C-BAF475AB70AA}" type="presParOf" srcId="{1E1B630E-1F69-4595-BA1D-9A7FEB16E6A8}" destId="{D526E0F7-09E1-4DCD-91E8-FAC97731F2D9}" srcOrd="0" destOrd="0" presId="urn:microsoft.com/office/officeart/2005/8/layout/hProcess3"/>
    <dgm:cxn modelId="{4E334D04-3D3A-48FF-AA59-C478833819B8}" type="presParOf" srcId="{1E1B630E-1F69-4595-BA1D-9A7FEB16E6A8}" destId="{466D25F0-B904-4ADB-91C7-37177886C6C8}" srcOrd="1" destOrd="0" presId="urn:microsoft.com/office/officeart/2005/8/layout/hProcess3"/>
    <dgm:cxn modelId="{1FCC6A4D-D930-451E-BB1D-2F92CF767008}" type="presParOf" srcId="{466D25F0-B904-4ADB-91C7-37177886C6C8}" destId="{D8D03701-9574-4C4F-9B85-5400E00EC2F3}" srcOrd="0" destOrd="0" presId="urn:microsoft.com/office/officeart/2005/8/layout/hProcess3"/>
    <dgm:cxn modelId="{DAE8E943-5C24-4AEA-8B63-4E470787D7ED}" type="presParOf" srcId="{466D25F0-B904-4ADB-91C7-37177886C6C8}" destId="{A231D25E-5976-40F2-9B6B-157CD57E9B20}" srcOrd="1" destOrd="0" presId="urn:microsoft.com/office/officeart/2005/8/layout/hProcess3"/>
    <dgm:cxn modelId="{8C9277F3-B572-4F83-AE31-E5933B501EC7}" type="presParOf" srcId="{466D25F0-B904-4ADB-91C7-37177886C6C8}" destId="{4568A4E5-D391-44CC-BA3F-F6D95CCD3275}" srcOrd="2" destOrd="0" presId="urn:microsoft.com/office/officeart/2005/8/layout/hProcess3"/>
    <dgm:cxn modelId="{538ACB77-23E6-4FF0-B679-C748E08F2DBF}" type="presParOf" srcId="{466D25F0-B904-4ADB-91C7-37177886C6C8}" destId="{B0305F19-7E63-4CC8-8173-75A89975F576}" srcOrd="3" destOrd="0" presId="urn:microsoft.com/office/officeart/2005/8/layout/hProcess3"/>
    <dgm:cxn modelId="{0C67F281-F488-4AAF-95E7-6C7DB4C619B7}" type="presParOf" srcId="{466D25F0-B904-4ADB-91C7-37177886C6C8}" destId="{226C86D5-9BB0-4EC1-B9C1-712B8C4D493B}" srcOrd="4" destOrd="0" presId="urn:microsoft.com/office/officeart/2005/8/layout/hProcess3"/>
    <dgm:cxn modelId="{EF9B77C9-EB94-4954-8EAE-B32A3EBC0FC5}" type="presParOf" srcId="{1E1B630E-1F69-4595-BA1D-9A7FEB16E6A8}" destId="{66A2FF6D-41D4-4D08-BB83-732AE7207FFF}" srcOrd="2" destOrd="0" presId="urn:microsoft.com/office/officeart/2005/8/layout/hProcess3"/>
    <dgm:cxn modelId="{68C46861-9F69-47B4-963D-2723821359E4}" type="presParOf" srcId="{1E1B630E-1F69-4595-BA1D-9A7FEB16E6A8}" destId="{D4CE49E1-0ACB-4D10-AD21-8514FF1CE408}" srcOrd="3" destOrd="0" presId="urn:microsoft.com/office/officeart/2005/8/layout/hProcess3"/>
    <dgm:cxn modelId="{5DECF59E-AD88-427E-9C90-EBA2F67380D1}" type="presParOf" srcId="{D4CE49E1-0ACB-4D10-AD21-8514FF1CE408}" destId="{72F47416-D62E-48A7-8A0D-795886549DB1}" srcOrd="0" destOrd="0" presId="urn:microsoft.com/office/officeart/2005/8/layout/hProcess3"/>
    <dgm:cxn modelId="{9970962C-6592-4D35-A283-F5BA06F121C6}" type="presParOf" srcId="{D4CE49E1-0ACB-4D10-AD21-8514FF1CE408}" destId="{C901A7DC-005E-40D8-974D-25AA37B3523A}" srcOrd="1" destOrd="0" presId="urn:microsoft.com/office/officeart/2005/8/layout/hProcess3"/>
    <dgm:cxn modelId="{25B98852-0DF6-4F38-86ED-1FBB09448BBF}" type="presParOf" srcId="{D4CE49E1-0ACB-4D10-AD21-8514FF1CE408}" destId="{AAE58E6F-2055-4915-8D22-282D085D6AFA}" srcOrd="2" destOrd="0" presId="urn:microsoft.com/office/officeart/2005/8/layout/hProcess3"/>
    <dgm:cxn modelId="{2DE66582-BA0B-4AE9-AE49-1BCBB8F5D94E}" type="presParOf" srcId="{D4CE49E1-0ACB-4D10-AD21-8514FF1CE408}" destId="{D8F016AF-8D41-4027-B970-A918BAB7BC56}" srcOrd="3" destOrd="0" presId="urn:microsoft.com/office/officeart/2005/8/layout/hProcess3"/>
    <dgm:cxn modelId="{5071E29A-7458-4AFD-9B24-94AE48E87600}" type="presParOf" srcId="{D4CE49E1-0ACB-4D10-AD21-8514FF1CE408}" destId="{8A30E715-6168-49DC-AB6B-CE2665F37521}" srcOrd="4" destOrd="0" presId="urn:microsoft.com/office/officeart/2005/8/layout/hProcess3"/>
    <dgm:cxn modelId="{6FA06A43-B36C-4694-9D89-5EA358294156}" type="presParOf" srcId="{1E1B630E-1F69-4595-BA1D-9A7FEB16E6A8}" destId="{9C877AC0-21E0-4EAF-9537-87730B00AF4C}" srcOrd="4" destOrd="0" presId="urn:microsoft.com/office/officeart/2005/8/layout/hProcess3"/>
    <dgm:cxn modelId="{0934B750-C35D-4C21-9DC8-190A4D12C969}" type="presParOf" srcId="{1E1B630E-1F69-4595-BA1D-9A7FEB16E6A8}" destId="{BBA45BFC-63EC-4325-B14B-3729D9A7AB18}" srcOrd="5" destOrd="0" presId="urn:microsoft.com/office/officeart/2005/8/layout/hProcess3"/>
    <dgm:cxn modelId="{7E760BDB-D02A-4908-A3A4-31B529D00FBD}" type="presParOf" srcId="{BBA45BFC-63EC-4325-B14B-3729D9A7AB18}" destId="{ADCDFC54-634F-4F96-8543-CCC04CDCBD18}" srcOrd="0" destOrd="0" presId="urn:microsoft.com/office/officeart/2005/8/layout/hProcess3"/>
    <dgm:cxn modelId="{C04D9CA9-0315-4019-BB63-4BAC17AE1F10}" type="presParOf" srcId="{BBA45BFC-63EC-4325-B14B-3729D9A7AB18}" destId="{4F2F3A95-9C38-4EC4-B68F-D999D42C91D2}" srcOrd="1" destOrd="0" presId="urn:microsoft.com/office/officeart/2005/8/layout/hProcess3"/>
    <dgm:cxn modelId="{DB0FBA11-92AE-48A7-8421-1B99BEBE3BDB}" type="presParOf" srcId="{BBA45BFC-63EC-4325-B14B-3729D9A7AB18}" destId="{092EA2D8-8BC2-4B93-AD16-16BB0CDA2AE9}" srcOrd="2" destOrd="0" presId="urn:microsoft.com/office/officeart/2005/8/layout/hProcess3"/>
    <dgm:cxn modelId="{ED0DCC3A-1F45-4EEB-99AB-656EE2714EB4}" type="presParOf" srcId="{BBA45BFC-63EC-4325-B14B-3729D9A7AB18}" destId="{362A86AE-AA57-4995-9EFA-B0BF16E6D93A}" srcOrd="3" destOrd="0" presId="urn:microsoft.com/office/officeart/2005/8/layout/hProcess3"/>
    <dgm:cxn modelId="{66C2CC8C-F28C-44C2-A0C9-B2B310375F7D}" type="presParOf" srcId="{BBA45BFC-63EC-4325-B14B-3729D9A7AB18}" destId="{3F49D824-B696-4EBD-8555-243546CB9537}" srcOrd="4" destOrd="0" presId="urn:microsoft.com/office/officeart/2005/8/layout/hProcess3"/>
    <dgm:cxn modelId="{09BD5D7D-CDF0-43FC-A8CF-1286BF22A481}" type="presParOf" srcId="{1E1B630E-1F69-4595-BA1D-9A7FEB16E6A8}" destId="{DD5F5E4F-4FC1-4555-97B2-958E38815AD7}" srcOrd="6" destOrd="0" presId="urn:microsoft.com/office/officeart/2005/8/layout/hProcess3"/>
    <dgm:cxn modelId="{AFA11343-BCFE-4EB8-A972-905F15EFCD61}" type="presParOf" srcId="{1E1B630E-1F69-4595-BA1D-9A7FEB16E6A8}" destId="{69581A74-3329-4467-BC8C-5A0085EDF3E3}" srcOrd="7" destOrd="0" presId="urn:microsoft.com/office/officeart/2005/8/layout/hProcess3"/>
    <dgm:cxn modelId="{4DD39F6E-E59A-4B42-904A-10CE0D7D4046}" type="presParOf" srcId="{69581A74-3329-4467-BC8C-5A0085EDF3E3}" destId="{93E69C8E-EE66-45B7-9D80-25683CDAAC1D}" srcOrd="0" destOrd="0" presId="urn:microsoft.com/office/officeart/2005/8/layout/hProcess3"/>
    <dgm:cxn modelId="{084DCBCF-CC00-4162-921B-C7BD68A27D7A}" type="presParOf" srcId="{69581A74-3329-4467-BC8C-5A0085EDF3E3}" destId="{095D2C15-6F43-4DFE-9E36-2A77E47B4940}" srcOrd="1" destOrd="0" presId="urn:microsoft.com/office/officeart/2005/8/layout/hProcess3"/>
    <dgm:cxn modelId="{95CE4C7D-8D8E-4BE7-A0C1-DC198A60E631}" type="presParOf" srcId="{69581A74-3329-4467-BC8C-5A0085EDF3E3}" destId="{5C4173FF-ABB6-4C99-BB21-34BADAEF8B83}" srcOrd="2" destOrd="0" presId="urn:microsoft.com/office/officeart/2005/8/layout/hProcess3"/>
    <dgm:cxn modelId="{CB1F7B25-E1E9-4E9B-BEA7-FC5C03128CBD}" type="presParOf" srcId="{69581A74-3329-4467-BC8C-5A0085EDF3E3}" destId="{4496D045-8E44-4A0A-AA82-BF2D179BD521}" srcOrd="3" destOrd="0" presId="urn:microsoft.com/office/officeart/2005/8/layout/hProcess3"/>
    <dgm:cxn modelId="{B6D53B35-7E46-4766-99EC-A7E44547150F}" type="presParOf" srcId="{69581A74-3329-4467-BC8C-5A0085EDF3E3}" destId="{9D196266-D08A-4337-A122-6F206D0BF9FE}" srcOrd="4" destOrd="0" presId="urn:microsoft.com/office/officeart/2005/8/layout/hProcess3"/>
    <dgm:cxn modelId="{5A649C91-C079-4134-B15E-7755590A5338}" type="presParOf" srcId="{1E1B630E-1F69-4595-BA1D-9A7FEB16E6A8}" destId="{DEC3B485-459C-4634-B5AD-AB0B9D700B59}" srcOrd="8" destOrd="0" presId="urn:microsoft.com/office/officeart/2005/8/layout/hProcess3"/>
    <dgm:cxn modelId="{EF502531-B13C-4545-801C-F065A4731A6F}" type="presParOf" srcId="{1E1B630E-1F69-4595-BA1D-9A7FEB16E6A8}" destId="{A5A1F82D-3522-4B2C-A3EF-1EA0C8F5AF86}" srcOrd="9" destOrd="0" presId="urn:microsoft.com/office/officeart/2005/8/layout/hProcess3"/>
    <dgm:cxn modelId="{6672D42A-85C5-4624-91EF-C790FEC154E0}" type="presParOf" srcId="{1E1B630E-1F69-4595-BA1D-9A7FEB16E6A8}" destId="{C137D2AF-0976-48BA-98AB-ACD96457D15F}" srcOrd="10" destOrd="0" presId="urn:microsoft.com/office/officeart/2005/8/layout/hProcess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132786F4-2A57-4911-98DB-DE52EBBA2BEB}"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386F28BC-6678-4EF5-AA97-B1C92ACE4CF0}">
      <dgm:prSet/>
      <dgm:spPr/>
      <dgm:t>
        <a:bodyPr/>
        <a:lstStyle/>
        <a:p>
          <a:r>
            <a:rPr lang="it-IT" b="1" i="0" u="none" dirty="0"/>
            <a:t>Livello Macro: Global </a:t>
          </a:r>
          <a:r>
            <a:rPr lang="it-IT" b="1" i="0" u="none" dirty="0" err="1"/>
            <a:t>Ecosystem</a:t>
          </a:r>
          <a:r>
            <a:rPr lang="it-IT" b="1" i="0" u="none" dirty="0"/>
            <a:t> Analysis</a:t>
          </a:r>
          <a:endParaRPr lang="en-US" i="0" u="none" dirty="0"/>
        </a:p>
      </dgm:t>
    </dgm:pt>
    <dgm:pt modelId="{1641AA3A-CA1E-4A06-8546-E49F6FC5D96E}" type="parTrans" cxnId="{BBBEE433-0905-4CEC-98B2-206E2642A1B5}">
      <dgm:prSet/>
      <dgm:spPr/>
      <dgm:t>
        <a:bodyPr/>
        <a:lstStyle/>
        <a:p>
          <a:endParaRPr lang="en-US"/>
        </a:p>
      </dgm:t>
    </dgm:pt>
    <dgm:pt modelId="{03B92F72-49D9-4ECD-A5ED-0AB9A4C9F018}" type="sibTrans" cxnId="{BBBEE433-0905-4CEC-98B2-206E2642A1B5}">
      <dgm:prSet/>
      <dgm:spPr/>
      <dgm:t>
        <a:bodyPr/>
        <a:lstStyle/>
        <a:p>
          <a:endParaRPr lang="en-US"/>
        </a:p>
      </dgm:t>
    </dgm:pt>
    <dgm:pt modelId="{24B87A97-CC03-4272-B1B1-034EA60890C6}">
      <dgm:prSet/>
      <dgm:spPr/>
      <dgm:t>
        <a:bodyPr/>
        <a:lstStyle/>
        <a:p>
          <a:r>
            <a:rPr lang="it-IT" b="1" i="0" u="none" dirty="0"/>
            <a:t>Approccio:</a:t>
          </a:r>
          <a:r>
            <a:rPr lang="it-IT" i="0" u="none" dirty="0"/>
            <a:t> Analisi dell'intero dataset come unico corpus così da evidenziare le tendenze trasversali</a:t>
          </a:r>
          <a:endParaRPr lang="en-US" i="0" u="none" dirty="0"/>
        </a:p>
      </dgm:t>
    </dgm:pt>
    <dgm:pt modelId="{AC69D16A-AE37-4F53-86D1-F802AD7A649A}" type="parTrans" cxnId="{36F8356D-416B-4172-B1CA-3A588DEC861B}">
      <dgm:prSet/>
      <dgm:spPr/>
      <dgm:t>
        <a:bodyPr/>
        <a:lstStyle/>
        <a:p>
          <a:endParaRPr lang="en-US"/>
        </a:p>
      </dgm:t>
    </dgm:pt>
    <dgm:pt modelId="{339C4972-B0BF-4045-8D67-80082DE6514D}" type="sibTrans" cxnId="{36F8356D-416B-4172-B1CA-3A588DEC861B}">
      <dgm:prSet/>
      <dgm:spPr/>
      <dgm:t>
        <a:bodyPr/>
        <a:lstStyle/>
        <a:p>
          <a:endParaRPr lang="en-US"/>
        </a:p>
      </dgm:t>
    </dgm:pt>
    <dgm:pt modelId="{09462AFE-793B-4D0B-8EA3-031B65B2F295}">
      <dgm:prSet/>
      <dgm:spPr/>
      <dgm:t>
        <a:bodyPr/>
        <a:lstStyle/>
        <a:p>
          <a:r>
            <a:rPr lang="it-IT" b="1" i="0" u="none" dirty="0"/>
            <a:t>Risultato:</a:t>
          </a:r>
          <a:r>
            <a:rPr lang="it-IT" i="0" u="none" dirty="0"/>
            <a:t> </a:t>
          </a:r>
          <a:r>
            <a:rPr lang="it-IT" b="0" i="0" u="none" dirty="0"/>
            <a:t>Identificazione di 3 cluster di criticità universali</a:t>
          </a:r>
          <a:r>
            <a:rPr lang="it-IT" i="0" u="none" dirty="0"/>
            <a:t>:</a:t>
          </a:r>
          <a:endParaRPr lang="en-US" i="0" u="none" dirty="0"/>
        </a:p>
      </dgm:t>
    </dgm:pt>
    <dgm:pt modelId="{46CCC98C-8C8E-4A97-B29C-B19B93381282}" type="parTrans" cxnId="{139E62EC-5479-4FDE-8181-F457E53E104B}">
      <dgm:prSet/>
      <dgm:spPr/>
      <dgm:t>
        <a:bodyPr/>
        <a:lstStyle/>
        <a:p>
          <a:endParaRPr lang="en-US"/>
        </a:p>
      </dgm:t>
    </dgm:pt>
    <dgm:pt modelId="{4C6772FA-1F9F-4129-BC03-FC316EB112C3}" type="sibTrans" cxnId="{139E62EC-5479-4FDE-8181-F457E53E104B}">
      <dgm:prSet/>
      <dgm:spPr/>
      <dgm:t>
        <a:bodyPr/>
        <a:lstStyle/>
        <a:p>
          <a:endParaRPr lang="en-US"/>
        </a:p>
      </dgm:t>
    </dgm:pt>
    <dgm:pt modelId="{0DAB7AA4-C3CA-4B97-8330-64D25A2C8575}">
      <dgm:prSet/>
      <dgm:spPr/>
      <dgm:t>
        <a:bodyPr/>
        <a:lstStyle/>
        <a:p>
          <a:r>
            <a:rPr lang="it-IT" b="1" i="0" u="none" dirty="0"/>
            <a:t>Technical </a:t>
          </a:r>
          <a:r>
            <a:rPr lang="it-IT" b="1" i="0" u="none" dirty="0" err="1"/>
            <a:t>Failure</a:t>
          </a:r>
          <a:r>
            <a:rPr lang="it-IT" b="1" i="0" u="none" dirty="0"/>
            <a:t>: </a:t>
          </a:r>
          <a:r>
            <a:rPr lang="it-IT" b="0" i="0" u="none" dirty="0"/>
            <a:t>la </a:t>
          </a:r>
          <a:r>
            <a:rPr lang="it-IT" i="0" u="none" dirty="0"/>
            <a:t>stabilità tecnica pesa per oltre </a:t>
          </a:r>
          <a:r>
            <a:rPr lang="it-IT" b="0" i="0" u="none" dirty="0"/>
            <a:t>il 40% </a:t>
          </a:r>
          <a:r>
            <a:rPr lang="it-IT" i="0" u="none" dirty="0"/>
            <a:t>sulle recensioni negative, indipendentemente dal tipo di App.</a:t>
          </a:r>
          <a:endParaRPr lang="en-US" i="0" u="none" dirty="0"/>
        </a:p>
      </dgm:t>
    </dgm:pt>
    <dgm:pt modelId="{5D72A97C-A074-4434-A8C6-0C742683C040}" type="parTrans" cxnId="{CF2B5FAC-10A4-49FE-A21A-8C7F28B99F08}">
      <dgm:prSet/>
      <dgm:spPr/>
      <dgm:t>
        <a:bodyPr/>
        <a:lstStyle/>
        <a:p>
          <a:endParaRPr lang="en-US"/>
        </a:p>
      </dgm:t>
    </dgm:pt>
    <dgm:pt modelId="{BCBE3754-CA9D-451C-B4B0-EA4A96B51E8F}" type="sibTrans" cxnId="{CF2B5FAC-10A4-49FE-A21A-8C7F28B99F08}">
      <dgm:prSet/>
      <dgm:spPr/>
      <dgm:t>
        <a:bodyPr/>
        <a:lstStyle/>
        <a:p>
          <a:endParaRPr lang="en-US"/>
        </a:p>
      </dgm:t>
    </dgm:pt>
    <dgm:pt modelId="{13A1CE49-BE91-438E-8D61-7C3CE8045ABE}">
      <dgm:prSet/>
      <dgm:spPr/>
      <dgm:t>
        <a:bodyPr/>
        <a:lstStyle/>
        <a:p>
          <a:r>
            <a:rPr lang="it-IT" b="1" i="0" u="none" dirty="0"/>
            <a:t>Customer Support Gap:</a:t>
          </a:r>
          <a:r>
            <a:rPr lang="it-IT" i="0" u="none" dirty="0"/>
            <a:t> l'utente usa la recensione pubblica come canale per segnalare l'inefficacia dei mezzi di supporto tradizionali.</a:t>
          </a:r>
          <a:endParaRPr lang="en-US" i="0" u="none" dirty="0"/>
        </a:p>
      </dgm:t>
    </dgm:pt>
    <dgm:pt modelId="{9E03C413-9441-4CBD-BF86-7277D7C42365}" type="parTrans" cxnId="{4CBFF2AA-BE08-41AA-B923-181D3CE4485D}">
      <dgm:prSet/>
      <dgm:spPr/>
      <dgm:t>
        <a:bodyPr/>
        <a:lstStyle/>
        <a:p>
          <a:endParaRPr lang="en-US"/>
        </a:p>
      </dgm:t>
    </dgm:pt>
    <dgm:pt modelId="{E677E2B2-73DE-4D2E-BD41-C1C662E46050}" type="sibTrans" cxnId="{4CBFF2AA-BE08-41AA-B923-181D3CE4485D}">
      <dgm:prSet/>
      <dgm:spPr/>
      <dgm:t>
        <a:bodyPr/>
        <a:lstStyle/>
        <a:p>
          <a:endParaRPr lang="en-US"/>
        </a:p>
      </dgm:t>
    </dgm:pt>
    <dgm:pt modelId="{1D3BA50E-E624-4CDE-8857-8FCB8A48EDAE}">
      <dgm:prSet/>
      <dgm:spPr/>
      <dgm:t>
        <a:bodyPr/>
        <a:lstStyle/>
        <a:p>
          <a:r>
            <a:rPr lang="it-IT" b="1" i="0" u="none" dirty="0"/>
            <a:t>Dark Patterns &amp; Billing: f</a:t>
          </a:r>
          <a:r>
            <a:rPr lang="it-IT" i="0" u="none" dirty="0"/>
            <a:t>orte insofferenza verso rinnovi automatici poco trasparenti e gestione dei free trial.</a:t>
          </a:r>
          <a:endParaRPr lang="en-US" i="0" u="none" dirty="0"/>
        </a:p>
      </dgm:t>
    </dgm:pt>
    <dgm:pt modelId="{FB8A8240-F625-4B06-86CC-030E705E815D}" type="parTrans" cxnId="{96943F37-440A-456D-8C33-3CEE6D135CED}">
      <dgm:prSet/>
      <dgm:spPr/>
      <dgm:t>
        <a:bodyPr/>
        <a:lstStyle/>
        <a:p>
          <a:endParaRPr lang="en-US"/>
        </a:p>
      </dgm:t>
    </dgm:pt>
    <dgm:pt modelId="{1F10BA59-1BB4-46E4-9501-383CFADF2A50}" type="sibTrans" cxnId="{96943F37-440A-456D-8C33-3CEE6D135CED}">
      <dgm:prSet/>
      <dgm:spPr/>
      <dgm:t>
        <a:bodyPr/>
        <a:lstStyle/>
        <a:p>
          <a:endParaRPr lang="en-US"/>
        </a:p>
      </dgm:t>
    </dgm:pt>
    <dgm:pt modelId="{6CA2EA0E-A160-4A4A-A55F-16FD2414182C}">
      <dgm:prSet/>
      <dgm:spPr/>
      <dgm:t>
        <a:bodyPr/>
        <a:lstStyle/>
        <a:p>
          <a:r>
            <a:rPr lang="it-IT" b="1" i="0" u="none"/>
            <a:t>Livello Micro: Drill-Down Application Analysis</a:t>
          </a:r>
          <a:endParaRPr lang="en-US" i="0" u="none"/>
        </a:p>
      </dgm:t>
    </dgm:pt>
    <dgm:pt modelId="{EFBAF797-10A9-4A3F-B45F-03AC74591F77}" type="parTrans" cxnId="{E58799A7-70D4-4CC8-95F3-B777DF0ACD8D}">
      <dgm:prSet/>
      <dgm:spPr/>
      <dgm:t>
        <a:bodyPr/>
        <a:lstStyle/>
        <a:p>
          <a:endParaRPr lang="en-US"/>
        </a:p>
      </dgm:t>
    </dgm:pt>
    <dgm:pt modelId="{FC0A7912-6133-448A-ADA4-AE284A129DFE}" type="sibTrans" cxnId="{E58799A7-70D4-4CC8-95F3-B777DF0ACD8D}">
      <dgm:prSet/>
      <dgm:spPr/>
      <dgm:t>
        <a:bodyPr/>
        <a:lstStyle/>
        <a:p>
          <a:endParaRPr lang="en-US"/>
        </a:p>
      </dgm:t>
    </dgm:pt>
    <dgm:pt modelId="{34C77A5D-133F-40CB-90C5-043D28448D7C}">
      <dgm:prSet/>
      <dgm:spPr/>
      <dgm:t>
        <a:bodyPr/>
        <a:lstStyle/>
        <a:p>
          <a:r>
            <a:rPr lang="it-IT" b="1" i="0" u="none" dirty="0"/>
            <a:t>Tecnica:</a:t>
          </a:r>
          <a:r>
            <a:rPr lang="it-IT" i="0" u="none" dirty="0"/>
            <a:t> Utilizzo delle window </a:t>
          </a:r>
          <a:r>
            <a:rPr lang="it-IT" i="0" u="none" dirty="0" err="1"/>
            <a:t>function</a:t>
          </a:r>
          <a:r>
            <a:rPr lang="it-IT" i="0" u="none" dirty="0"/>
            <a:t> per partizionare l'analisi per App</a:t>
          </a:r>
          <a:endParaRPr lang="en-US" i="0" u="none" dirty="0"/>
        </a:p>
      </dgm:t>
    </dgm:pt>
    <dgm:pt modelId="{78B95614-5FA2-48C2-8938-794DD94F2462}" type="parTrans" cxnId="{3D18D825-FF6B-4E42-8FDD-65E46E784FC2}">
      <dgm:prSet/>
      <dgm:spPr/>
      <dgm:t>
        <a:bodyPr/>
        <a:lstStyle/>
        <a:p>
          <a:endParaRPr lang="en-US"/>
        </a:p>
      </dgm:t>
    </dgm:pt>
    <dgm:pt modelId="{78183D19-0062-45BA-ABC3-7D20BFBE2042}" type="sibTrans" cxnId="{3D18D825-FF6B-4E42-8FDD-65E46E784FC2}">
      <dgm:prSet/>
      <dgm:spPr/>
      <dgm:t>
        <a:bodyPr/>
        <a:lstStyle/>
        <a:p>
          <a:endParaRPr lang="en-US"/>
        </a:p>
      </dgm:t>
    </dgm:pt>
    <dgm:pt modelId="{A50EC3CE-B83A-464E-8E70-7DFD13B4F0EE}">
      <dgm:prSet/>
      <dgm:spPr/>
      <dgm:t>
        <a:bodyPr/>
        <a:lstStyle/>
        <a:p>
          <a:r>
            <a:rPr lang="it-IT" b="1" i="0" u="none" dirty="0"/>
            <a:t>Risultato:</a:t>
          </a:r>
          <a:r>
            <a:rPr lang="it-IT" i="0" u="none" dirty="0"/>
            <a:t> I driver di insoddisfazione cambiano radicalmente tra categorie (es. Gaming vs Utility), rendendo meno funzionali le strategie correttive generaliste tralasciando alcuni aspetti che riguardano il contesto dell’app.</a:t>
          </a:r>
          <a:endParaRPr lang="en-US" i="0" u="none" dirty="0"/>
        </a:p>
      </dgm:t>
    </dgm:pt>
    <dgm:pt modelId="{7BA5B6D2-8EE9-4DA4-BED2-5DEE7E90453E}" type="parTrans" cxnId="{802E9E7F-AE0F-4BCA-B96B-99A2E175593B}">
      <dgm:prSet/>
      <dgm:spPr/>
      <dgm:t>
        <a:bodyPr/>
        <a:lstStyle/>
        <a:p>
          <a:endParaRPr lang="en-US"/>
        </a:p>
      </dgm:t>
    </dgm:pt>
    <dgm:pt modelId="{A3100547-795E-4514-82B8-373E52508902}" type="sibTrans" cxnId="{802E9E7F-AE0F-4BCA-B96B-99A2E175593B}">
      <dgm:prSet/>
      <dgm:spPr/>
      <dgm:t>
        <a:bodyPr/>
        <a:lstStyle/>
        <a:p>
          <a:endParaRPr lang="en-US"/>
        </a:p>
      </dgm:t>
    </dgm:pt>
    <dgm:pt modelId="{7F88B691-F80F-4110-B498-35B65DE59448}" type="pres">
      <dgm:prSet presAssocID="{132786F4-2A57-4911-98DB-DE52EBBA2BEB}" presName="linear" presStyleCnt="0">
        <dgm:presLayoutVars>
          <dgm:animLvl val="lvl"/>
          <dgm:resizeHandles val="exact"/>
        </dgm:presLayoutVars>
      </dgm:prSet>
      <dgm:spPr/>
    </dgm:pt>
    <dgm:pt modelId="{0AA15A2A-5EEF-4067-9239-98588D2B1474}" type="pres">
      <dgm:prSet presAssocID="{386F28BC-6678-4EF5-AA97-B1C92ACE4CF0}" presName="parentText" presStyleLbl="node1" presStyleIdx="0" presStyleCnt="2">
        <dgm:presLayoutVars>
          <dgm:chMax val="0"/>
          <dgm:bulletEnabled val="1"/>
        </dgm:presLayoutVars>
      </dgm:prSet>
      <dgm:spPr/>
    </dgm:pt>
    <dgm:pt modelId="{0FAB6298-351C-4C54-839F-6828A529466F}" type="pres">
      <dgm:prSet presAssocID="{386F28BC-6678-4EF5-AA97-B1C92ACE4CF0}" presName="childText" presStyleLbl="revTx" presStyleIdx="0" presStyleCnt="2">
        <dgm:presLayoutVars>
          <dgm:bulletEnabled val="1"/>
        </dgm:presLayoutVars>
      </dgm:prSet>
      <dgm:spPr/>
    </dgm:pt>
    <dgm:pt modelId="{E28033EB-351B-4278-A642-8331E371A8F4}" type="pres">
      <dgm:prSet presAssocID="{6CA2EA0E-A160-4A4A-A55F-16FD2414182C}" presName="parentText" presStyleLbl="node1" presStyleIdx="1" presStyleCnt="2">
        <dgm:presLayoutVars>
          <dgm:chMax val="0"/>
          <dgm:bulletEnabled val="1"/>
        </dgm:presLayoutVars>
      </dgm:prSet>
      <dgm:spPr/>
    </dgm:pt>
    <dgm:pt modelId="{18DAEADF-2CEC-4EBA-9387-F8E046CD7134}" type="pres">
      <dgm:prSet presAssocID="{6CA2EA0E-A160-4A4A-A55F-16FD2414182C}" presName="childText" presStyleLbl="revTx" presStyleIdx="1" presStyleCnt="2">
        <dgm:presLayoutVars>
          <dgm:bulletEnabled val="1"/>
        </dgm:presLayoutVars>
      </dgm:prSet>
      <dgm:spPr/>
    </dgm:pt>
  </dgm:ptLst>
  <dgm:cxnLst>
    <dgm:cxn modelId="{3D18D825-FF6B-4E42-8FDD-65E46E784FC2}" srcId="{6CA2EA0E-A160-4A4A-A55F-16FD2414182C}" destId="{34C77A5D-133F-40CB-90C5-043D28448D7C}" srcOrd="0" destOrd="0" parTransId="{78B95614-5FA2-48C2-8938-794DD94F2462}" sibTransId="{78183D19-0062-45BA-ABC3-7D20BFBE2042}"/>
    <dgm:cxn modelId="{73B58127-6ED1-4431-824D-E9B70C8C34FC}" type="presOf" srcId="{09462AFE-793B-4D0B-8EA3-031B65B2F295}" destId="{0FAB6298-351C-4C54-839F-6828A529466F}" srcOrd="0" destOrd="1" presId="urn:microsoft.com/office/officeart/2005/8/layout/vList2"/>
    <dgm:cxn modelId="{BBBEE433-0905-4CEC-98B2-206E2642A1B5}" srcId="{132786F4-2A57-4911-98DB-DE52EBBA2BEB}" destId="{386F28BC-6678-4EF5-AA97-B1C92ACE4CF0}" srcOrd="0" destOrd="0" parTransId="{1641AA3A-CA1E-4A06-8546-E49F6FC5D96E}" sibTransId="{03B92F72-49D9-4ECD-A5ED-0AB9A4C9F018}"/>
    <dgm:cxn modelId="{96943F37-440A-456D-8C33-3CEE6D135CED}" srcId="{09462AFE-793B-4D0B-8EA3-031B65B2F295}" destId="{1D3BA50E-E624-4CDE-8857-8FCB8A48EDAE}" srcOrd="2" destOrd="0" parTransId="{FB8A8240-F625-4B06-86CC-030E705E815D}" sibTransId="{1F10BA59-1BB4-46E4-9501-383CFADF2A50}"/>
    <dgm:cxn modelId="{3D8FD23B-4F26-4C3F-839C-B2E2A0876FC7}" type="presOf" srcId="{0DAB7AA4-C3CA-4B97-8330-64D25A2C8575}" destId="{0FAB6298-351C-4C54-839F-6828A529466F}" srcOrd="0" destOrd="2" presId="urn:microsoft.com/office/officeart/2005/8/layout/vList2"/>
    <dgm:cxn modelId="{D7C07F66-D4E0-4969-9F91-379879866AB1}" type="presOf" srcId="{132786F4-2A57-4911-98DB-DE52EBBA2BEB}" destId="{7F88B691-F80F-4110-B498-35B65DE59448}" srcOrd="0" destOrd="0" presId="urn:microsoft.com/office/officeart/2005/8/layout/vList2"/>
    <dgm:cxn modelId="{36F8356D-416B-4172-B1CA-3A588DEC861B}" srcId="{386F28BC-6678-4EF5-AA97-B1C92ACE4CF0}" destId="{24B87A97-CC03-4272-B1B1-034EA60890C6}" srcOrd="0" destOrd="0" parTransId="{AC69D16A-AE37-4F53-86D1-F802AD7A649A}" sibTransId="{339C4972-B0BF-4045-8D67-80082DE6514D}"/>
    <dgm:cxn modelId="{5F6C2176-298E-4E02-B7E3-F79EA04AA4BD}" type="presOf" srcId="{13A1CE49-BE91-438E-8D61-7C3CE8045ABE}" destId="{0FAB6298-351C-4C54-839F-6828A529466F}" srcOrd="0" destOrd="3" presId="urn:microsoft.com/office/officeart/2005/8/layout/vList2"/>
    <dgm:cxn modelId="{802E9E7F-AE0F-4BCA-B96B-99A2E175593B}" srcId="{6CA2EA0E-A160-4A4A-A55F-16FD2414182C}" destId="{A50EC3CE-B83A-464E-8E70-7DFD13B4F0EE}" srcOrd="1" destOrd="0" parTransId="{7BA5B6D2-8EE9-4DA4-BED2-5DEE7E90453E}" sibTransId="{A3100547-795E-4514-82B8-373E52508902}"/>
    <dgm:cxn modelId="{F4327C91-0FEB-42CE-B1ED-2B355C1AC1EA}" type="presOf" srcId="{6CA2EA0E-A160-4A4A-A55F-16FD2414182C}" destId="{E28033EB-351B-4278-A642-8331E371A8F4}" srcOrd="0" destOrd="0" presId="urn:microsoft.com/office/officeart/2005/8/layout/vList2"/>
    <dgm:cxn modelId="{E58799A7-70D4-4CC8-95F3-B777DF0ACD8D}" srcId="{132786F4-2A57-4911-98DB-DE52EBBA2BEB}" destId="{6CA2EA0E-A160-4A4A-A55F-16FD2414182C}" srcOrd="1" destOrd="0" parTransId="{EFBAF797-10A9-4A3F-B45F-03AC74591F77}" sibTransId="{FC0A7912-6133-448A-ADA4-AE284A129DFE}"/>
    <dgm:cxn modelId="{4CBFF2AA-BE08-41AA-B923-181D3CE4485D}" srcId="{09462AFE-793B-4D0B-8EA3-031B65B2F295}" destId="{13A1CE49-BE91-438E-8D61-7C3CE8045ABE}" srcOrd="1" destOrd="0" parTransId="{9E03C413-9441-4CBD-BF86-7277D7C42365}" sibTransId="{E677E2B2-73DE-4D2E-BD41-C1C662E46050}"/>
    <dgm:cxn modelId="{CF2B5FAC-10A4-49FE-A21A-8C7F28B99F08}" srcId="{09462AFE-793B-4D0B-8EA3-031B65B2F295}" destId="{0DAB7AA4-C3CA-4B97-8330-64D25A2C8575}" srcOrd="0" destOrd="0" parTransId="{5D72A97C-A074-4434-A8C6-0C742683C040}" sibTransId="{BCBE3754-CA9D-451C-B4B0-EA4A96B51E8F}"/>
    <dgm:cxn modelId="{8B3AC6C9-6B88-447D-A1D8-17B82EF219F9}" type="presOf" srcId="{A50EC3CE-B83A-464E-8E70-7DFD13B4F0EE}" destId="{18DAEADF-2CEC-4EBA-9387-F8E046CD7134}" srcOrd="0" destOrd="1" presId="urn:microsoft.com/office/officeart/2005/8/layout/vList2"/>
    <dgm:cxn modelId="{E91CF5E1-9D7C-4A3B-8005-9229BC11D947}" type="presOf" srcId="{386F28BC-6678-4EF5-AA97-B1C92ACE4CF0}" destId="{0AA15A2A-5EEF-4067-9239-98588D2B1474}" srcOrd="0" destOrd="0" presId="urn:microsoft.com/office/officeart/2005/8/layout/vList2"/>
    <dgm:cxn modelId="{D7FD2EE3-4BC1-49D7-9D07-1B309F24B369}" type="presOf" srcId="{34C77A5D-133F-40CB-90C5-043D28448D7C}" destId="{18DAEADF-2CEC-4EBA-9387-F8E046CD7134}" srcOrd="0" destOrd="0" presId="urn:microsoft.com/office/officeart/2005/8/layout/vList2"/>
    <dgm:cxn modelId="{DAFA7CE9-1043-4C0D-874D-9FA3E88C5320}" type="presOf" srcId="{1D3BA50E-E624-4CDE-8857-8FCB8A48EDAE}" destId="{0FAB6298-351C-4C54-839F-6828A529466F}" srcOrd="0" destOrd="4" presId="urn:microsoft.com/office/officeart/2005/8/layout/vList2"/>
    <dgm:cxn modelId="{139E62EC-5479-4FDE-8181-F457E53E104B}" srcId="{386F28BC-6678-4EF5-AA97-B1C92ACE4CF0}" destId="{09462AFE-793B-4D0B-8EA3-031B65B2F295}" srcOrd="1" destOrd="0" parTransId="{46CCC98C-8C8E-4A97-B29C-B19B93381282}" sibTransId="{4C6772FA-1F9F-4129-BC03-FC316EB112C3}"/>
    <dgm:cxn modelId="{14DA44FC-D113-49C2-BA3A-E9C8EED88C16}" type="presOf" srcId="{24B87A97-CC03-4272-B1B1-034EA60890C6}" destId="{0FAB6298-351C-4C54-839F-6828A529466F}" srcOrd="0" destOrd="0" presId="urn:microsoft.com/office/officeart/2005/8/layout/vList2"/>
    <dgm:cxn modelId="{99BF5276-A5BD-4F7F-B3FA-3319AC6B7250}" type="presParOf" srcId="{7F88B691-F80F-4110-B498-35B65DE59448}" destId="{0AA15A2A-5EEF-4067-9239-98588D2B1474}" srcOrd="0" destOrd="0" presId="urn:microsoft.com/office/officeart/2005/8/layout/vList2"/>
    <dgm:cxn modelId="{F1DADAA5-0711-4911-8721-084724DCF915}" type="presParOf" srcId="{7F88B691-F80F-4110-B498-35B65DE59448}" destId="{0FAB6298-351C-4C54-839F-6828A529466F}" srcOrd="1" destOrd="0" presId="urn:microsoft.com/office/officeart/2005/8/layout/vList2"/>
    <dgm:cxn modelId="{1A5EF24C-8BCD-444B-91E0-FAB384E668D4}" type="presParOf" srcId="{7F88B691-F80F-4110-B498-35B65DE59448}" destId="{E28033EB-351B-4278-A642-8331E371A8F4}" srcOrd="2" destOrd="0" presId="urn:microsoft.com/office/officeart/2005/8/layout/vList2"/>
    <dgm:cxn modelId="{F756722E-ECBF-455B-ABE2-A60031BDB919}" type="presParOf" srcId="{7F88B691-F80F-4110-B498-35B65DE59448}" destId="{18DAEADF-2CEC-4EBA-9387-F8E046CD7134}" srcOrd="3"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C88E6FA-B05B-43EE-A02C-805AC804CA1F}">
      <dsp:nvSpPr>
        <dsp:cNvPr id="0" name=""/>
        <dsp:cNvSpPr/>
      </dsp:nvSpPr>
      <dsp:spPr>
        <a:xfrm>
          <a:off x="0" y="419"/>
          <a:ext cx="9780587" cy="981741"/>
        </a:xfrm>
        <a:prstGeom prst="roundRect">
          <a:avLst>
            <a:gd name="adj" fmla="val 10000"/>
          </a:avLst>
        </a:prstGeom>
        <a:solidFill>
          <a:schemeClr val="dk2">
            <a:tint val="40000"/>
            <a:hueOff val="0"/>
            <a:satOff val="0"/>
            <a:lumOff val="0"/>
            <a:alphaOff val="0"/>
          </a:schemeClr>
        </a:solidFill>
        <a:ln>
          <a:noFill/>
        </a:ln>
        <a:effectLst/>
      </dsp:spPr>
      <dsp:style>
        <a:lnRef idx="0">
          <a:scrgbClr r="0" g="0" b="0"/>
        </a:lnRef>
        <a:fillRef idx="1">
          <a:scrgbClr r="0" g="0" b="0"/>
        </a:fillRef>
        <a:effectRef idx="2">
          <a:scrgbClr r="0" g="0" b="0"/>
        </a:effectRef>
        <a:fontRef idx="minor"/>
      </dsp:style>
    </dsp:sp>
    <dsp:sp modelId="{3794FBA2-38E7-40D6-B997-337680D94C36}">
      <dsp:nvSpPr>
        <dsp:cNvPr id="0" name=""/>
        <dsp:cNvSpPr/>
      </dsp:nvSpPr>
      <dsp:spPr>
        <a:xfrm>
          <a:off x="296976" y="221311"/>
          <a:ext cx="539958" cy="539958"/>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a:noFill/>
        </a:ln>
        <a:effectLst/>
      </dsp:spPr>
      <dsp:style>
        <a:lnRef idx="0">
          <a:scrgbClr r="0" g="0" b="0"/>
        </a:lnRef>
        <a:fillRef idx="3">
          <a:scrgbClr r="0" g="0" b="0"/>
        </a:fillRef>
        <a:effectRef idx="2">
          <a:scrgbClr r="0" g="0" b="0"/>
        </a:effectRef>
        <a:fontRef idx="minor">
          <a:schemeClr val="lt1"/>
        </a:fontRef>
      </dsp:style>
    </dsp:sp>
    <dsp:sp modelId="{8454924D-B685-4571-9F8E-62B4042F5751}">
      <dsp:nvSpPr>
        <dsp:cNvPr id="0" name=""/>
        <dsp:cNvSpPr/>
      </dsp:nvSpPr>
      <dsp:spPr>
        <a:xfrm>
          <a:off x="1133911" y="419"/>
          <a:ext cx="8646675" cy="9817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3901" tIns="103901" rIns="103901" bIns="103901" numCol="1" spcCol="1270" anchor="ctr" anchorCtr="0">
          <a:noAutofit/>
        </a:bodyPr>
        <a:lstStyle/>
        <a:p>
          <a:pPr marL="0" lvl="0" indent="0" algn="l" defTabSz="711200">
            <a:lnSpc>
              <a:spcPct val="100000"/>
            </a:lnSpc>
            <a:spcBef>
              <a:spcPct val="0"/>
            </a:spcBef>
            <a:spcAft>
              <a:spcPct val="35000"/>
            </a:spcAft>
            <a:buNone/>
          </a:pPr>
          <a:r>
            <a:rPr lang="it-IT" sz="1600" kern="1200" dirty="0"/>
            <a:t>Analisi del sentiment di un dataset massivo eterogeneo composto da recensioni utente su venti applicazioni distinte, estratte dal Google Play Store</a:t>
          </a:r>
          <a:endParaRPr lang="en-US" sz="1600" kern="1200" dirty="0"/>
        </a:p>
      </dsp:txBody>
      <dsp:txXfrm>
        <a:off x="1133911" y="419"/>
        <a:ext cx="8646675" cy="981741"/>
      </dsp:txXfrm>
    </dsp:sp>
    <dsp:sp modelId="{4F54F528-37AC-4C36-8A06-DB35C011C020}">
      <dsp:nvSpPr>
        <dsp:cNvPr id="0" name=""/>
        <dsp:cNvSpPr/>
      </dsp:nvSpPr>
      <dsp:spPr>
        <a:xfrm>
          <a:off x="0" y="1227597"/>
          <a:ext cx="9780587" cy="981741"/>
        </a:xfrm>
        <a:prstGeom prst="roundRect">
          <a:avLst>
            <a:gd name="adj" fmla="val 10000"/>
          </a:avLst>
        </a:prstGeom>
        <a:solidFill>
          <a:schemeClr val="dk2">
            <a:tint val="40000"/>
            <a:hueOff val="0"/>
            <a:satOff val="0"/>
            <a:lumOff val="0"/>
            <a:alphaOff val="0"/>
          </a:schemeClr>
        </a:solidFill>
        <a:ln>
          <a:noFill/>
        </a:ln>
        <a:effectLst/>
      </dsp:spPr>
      <dsp:style>
        <a:lnRef idx="0">
          <a:scrgbClr r="0" g="0" b="0"/>
        </a:lnRef>
        <a:fillRef idx="1">
          <a:scrgbClr r="0" g="0" b="0"/>
        </a:fillRef>
        <a:effectRef idx="2">
          <a:scrgbClr r="0" g="0" b="0"/>
        </a:effectRef>
        <a:fontRef idx="minor"/>
      </dsp:style>
    </dsp:sp>
    <dsp:sp modelId="{ECD7A512-2B25-462F-896D-B2780AEC4151}">
      <dsp:nvSpPr>
        <dsp:cNvPr id="0" name=""/>
        <dsp:cNvSpPr/>
      </dsp:nvSpPr>
      <dsp:spPr>
        <a:xfrm>
          <a:off x="296976" y="1448488"/>
          <a:ext cx="539958" cy="539958"/>
        </a:xfrm>
        <a:prstGeom prst="rect">
          <a:avLst/>
        </a:prstGeom>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a:noFill/>
        </a:ln>
        <a:effectLst/>
      </dsp:spPr>
      <dsp:style>
        <a:lnRef idx="0">
          <a:scrgbClr r="0" g="0" b="0"/>
        </a:lnRef>
        <a:fillRef idx="3">
          <a:scrgbClr r="0" g="0" b="0"/>
        </a:fillRef>
        <a:effectRef idx="2">
          <a:scrgbClr r="0" g="0" b="0"/>
        </a:effectRef>
        <a:fontRef idx="minor">
          <a:schemeClr val="lt1"/>
        </a:fontRef>
      </dsp:style>
    </dsp:sp>
    <dsp:sp modelId="{1E67C80F-A944-4F7D-952D-C3AA444B2834}">
      <dsp:nvSpPr>
        <dsp:cNvPr id="0" name=""/>
        <dsp:cNvSpPr/>
      </dsp:nvSpPr>
      <dsp:spPr>
        <a:xfrm>
          <a:off x="1133911" y="1227597"/>
          <a:ext cx="8646675" cy="9817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3901" tIns="103901" rIns="103901" bIns="103901" numCol="1" spcCol="1270" anchor="ctr" anchorCtr="0">
          <a:noAutofit/>
        </a:bodyPr>
        <a:lstStyle/>
        <a:p>
          <a:pPr marL="0" lvl="0" indent="0" algn="l" defTabSz="711200">
            <a:lnSpc>
              <a:spcPct val="100000"/>
            </a:lnSpc>
            <a:spcBef>
              <a:spcPct val="0"/>
            </a:spcBef>
            <a:spcAft>
              <a:spcPct val="35000"/>
            </a:spcAft>
            <a:buNone/>
          </a:pPr>
          <a:r>
            <a:rPr lang="it-IT" sz="1600" kern="1200"/>
            <a:t>Le recensioni provengono da 20 file csv e riguardano le top 20 applicazioni presenti sul Play Store riportando informazioni su contenuto della recensione e punteggio</a:t>
          </a:r>
          <a:endParaRPr lang="en-US" sz="1600" kern="1200" dirty="0"/>
        </a:p>
      </dsp:txBody>
      <dsp:txXfrm>
        <a:off x="1133911" y="1227597"/>
        <a:ext cx="8646675" cy="981741"/>
      </dsp:txXfrm>
    </dsp:sp>
    <dsp:sp modelId="{171DBD75-FA67-49D9-948B-F3549125765C}">
      <dsp:nvSpPr>
        <dsp:cNvPr id="0" name=""/>
        <dsp:cNvSpPr/>
      </dsp:nvSpPr>
      <dsp:spPr>
        <a:xfrm>
          <a:off x="0" y="2454774"/>
          <a:ext cx="9780587" cy="981741"/>
        </a:xfrm>
        <a:prstGeom prst="roundRect">
          <a:avLst>
            <a:gd name="adj" fmla="val 10000"/>
          </a:avLst>
        </a:prstGeom>
        <a:solidFill>
          <a:schemeClr val="dk2">
            <a:tint val="40000"/>
            <a:hueOff val="0"/>
            <a:satOff val="0"/>
            <a:lumOff val="0"/>
            <a:alphaOff val="0"/>
          </a:schemeClr>
        </a:solidFill>
        <a:ln>
          <a:noFill/>
        </a:ln>
        <a:effectLst/>
      </dsp:spPr>
      <dsp:style>
        <a:lnRef idx="0">
          <a:scrgbClr r="0" g="0" b="0"/>
        </a:lnRef>
        <a:fillRef idx="1">
          <a:scrgbClr r="0" g="0" b="0"/>
        </a:fillRef>
        <a:effectRef idx="2">
          <a:scrgbClr r="0" g="0" b="0"/>
        </a:effectRef>
        <a:fontRef idx="minor"/>
      </dsp:style>
    </dsp:sp>
    <dsp:sp modelId="{A47C7D2A-C2E8-49C1-A463-130DB9577D91}">
      <dsp:nvSpPr>
        <dsp:cNvPr id="0" name=""/>
        <dsp:cNvSpPr/>
      </dsp:nvSpPr>
      <dsp:spPr>
        <a:xfrm>
          <a:off x="296976" y="2675666"/>
          <a:ext cx="539958" cy="539958"/>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a:effectLst/>
      </dsp:spPr>
      <dsp:style>
        <a:lnRef idx="0">
          <a:scrgbClr r="0" g="0" b="0"/>
        </a:lnRef>
        <a:fillRef idx="3">
          <a:scrgbClr r="0" g="0" b="0"/>
        </a:fillRef>
        <a:effectRef idx="2">
          <a:scrgbClr r="0" g="0" b="0"/>
        </a:effectRef>
        <a:fontRef idx="minor">
          <a:schemeClr val="lt1"/>
        </a:fontRef>
      </dsp:style>
    </dsp:sp>
    <dsp:sp modelId="{60728486-6407-4D0E-8F99-55C68C585E66}">
      <dsp:nvSpPr>
        <dsp:cNvPr id="0" name=""/>
        <dsp:cNvSpPr/>
      </dsp:nvSpPr>
      <dsp:spPr>
        <a:xfrm>
          <a:off x="1133911" y="2454774"/>
          <a:ext cx="8646675" cy="9817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3901" tIns="103901" rIns="103901" bIns="103901" numCol="1" spcCol="1270" anchor="ctr" anchorCtr="0">
          <a:noAutofit/>
        </a:bodyPr>
        <a:lstStyle/>
        <a:p>
          <a:pPr marL="0" lvl="0" indent="0" algn="l" defTabSz="711200">
            <a:lnSpc>
              <a:spcPct val="100000"/>
            </a:lnSpc>
            <a:spcBef>
              <a:spcPct val="0"/>
            </a:spcBef>
            <a:spcAft>
              <a:spcPct val="35000"/>
            </a:spcAft>
            <a:buNone/>
          </a:pPr>
          <a:r>
            <a:rPr lang="it-IT" sz="1600" kern="1200" dirty="0"/>
            <a:t>progettare, implementare e testare una pipeline di Big Data Analytics utilizzando Apache Spark in un ambiente distribuito su Cloud Azure effettuando benchmark su prestazioni e scalabilità</a:t>
          </a:r>
          <a:endParaRPr lang="en-US" sz="1600" kern="1200" dirty="0"/>
        </a:p>
      </dsp:txBody>
      <dsp:txXfrm>
        <a:off x="1133911" y="2454774"/>
        <a:ext cx="8646675" cy="98174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8232289-B8A7-482D-BF32-8120D864CAC5}">
      <dsp:nvSpPr>
        <dsp:cNvPr id="0" name=""/>
        <dsp:cNvSpPr/>
      </dsp:nvSpPr>
      <dsp:spPr>
        <a:xfrm>
          <a:off x="11472" y="0"/>
          <a:ext cx="1019308" cy="774956"/>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t="-16000" b="-16000"/>
          </a:stretch>
        </a:blipFill>
        <a:ln>
          <a:noFill/>
        </a:ln>
        <a:effectLst/>
      </dsp:spPr>
      <dsp:style>
        <a:lnRef idx="0">
          <a:scrgbClr r="0" g="0" b="0"/>
        </a:lnRef>
        <a:fillRef idx="3">
          <a:scrgbClr r="0" g="0" b="0"/>
        </a:fillRef>
        <a:effectRef idx="2">
          <a:scrgbClr r="0" g="0" b="0"/>
        </a:effectRef>
        <a:fontRef idx="minor">
          <a:schemeClr val="lt1"/>
        </a:fontRef>
      </dsp:style>
    </dsp:sp>
    <dsp:sp modelId="{7C7CE761-D7E6-4DCC-BE48-7689E3BB196C}">
      <dsp:nvSpPr>
        <dsp:cNvPr id="0" name=""/>
        <dsp:cNvSpPr/>
      </dsp:nvSpPr>
      <dsp:spPr>
        <a:xfrm>
          <a:off x="11472" y="885023"/>
          <a:ext cx="2912309" cy="3321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933450">
            <a:lnSpc>
              <a:spcPct val="100000"/>
            </a:lnSpc>
            <a:spcBef>
              <a:spcPct val="0"/>
            </a:spcBef>
            <a:spcAft>
              <a:spcPct val="35000"/>
            </a:spcAft>
            <a:buNone/>
            <a:defRPr b="1"/>
          </a:pPr>
          <a:r>
            <a:rPr lang="it-IT" sz="2100" b="1" kern="1200"/>
            <a:t>Infrastruttura Cloud:</a:t>
          </a:r>
          <a:endParaRPr lang="en-US" sz="2100" kern="1200"/>
        </a:p>
      </dsp:txBody>
      <dsp:txXfrm>
        <a:off x="11472" y="885023"/>
        <a:ext cx="2912309" cy="332124"/>
      </dsp:txXfrm>
    </dsp:sp>
    <dsp:sp modelId="{F5BF32B8-1A6E-452A-80BE-425949495B07}">
      <dsp:nvSpPr>
        <dsp:cNvPr id="0" name=""/>
        <dsp:cNvSpPr/>
      </dsp:nvSpPr>
      <dsp:spPr>
        <a:xfrm>
          <a:off x="11472" y="1268341"/>
          <a:ext cx="2912309" cy="20984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11200">
            <a:lnSpc>
              <a:spcPct val="100000"/>
            </a:lnSpc>
            <a:spcBef>
              <a:spcPct val="0"/>
            </a:spcBef>
            <a:spcAft>
              <a:spcPct val="35000"/>
            </a:spcAft>
            <a:buNone/>
          </a:pPr>
          <a:r>
            <a:rPr lang="it-IT" sz="1600" b="1" kern="1200"/>
            <a:t>Ambiente:</a:t>
          </a:r>
          <a:r>
            <a:rPr lang="it-IT" sz="1600" kern="1200"/>
            <a:t> Microsoft Azure</a:t>
          </a:r>
          <a:endParaRPr lang="en-US" sz="1600" kern="1200"/>
        </a:p>
        <a:p>
          <a:pPr marL="0" lvl="0" indent="0" algn="l" defTabSz="711200">
            <a:lnSpc>
              <a:spcPct val="100000"/>
            </a:lnSpc>
            <a:spcBef>
              <a:spcPct val="0"/>
            </a:spcBef>
            <a:spcAft>
              <a:spcPct val="35000"/>
            </a:spcAft>
            <a:buNone/>
          </a:pPr>
          <a:r>
            <a:rPr lang="it-IT" sz="1600" b="1" kern="1200"/>
            <a:t>Nodi:</a:t>
          </a:r>
          <a:r>
            <a:rPr lang="it-IT" sz="1600" kern="1200"/>
            <a:t> 5 VM totali</a:t>
          </a:r>
          <a:endParaRPr lang="en-US" sz="1600" kern="1200"/>
        </a:p>
        <a:p>
          <a:pPr marL="171450" lvl="1" indent="-171450" algn="l" defTabSz="711200">
            <a:lnSpc>
              <a:spcPct val="90000"/>
            </a:lnSpc>
            <a:spcBef>
              <a:spcPct val="0"/>
            </a:spcBef>
            <a:spcAft>
              <a:spcPct val="15000"/>
            </a:spcAft>
            <a:buChar char="•"/>
          </a:pPr>
          <a:r>
            <a:rPr lang="it-IT" sz="1600" b="1" kern="1200"/>
            <a:t>1 Master:</a:t>
          </a:r>
          <a:r>
            <a:rPr lang="it-IT" sz="1600" kern="1200"/>
            <a:t> Coordinamento e gestione del cluster</a:t>
          </a:r>
          <a:endParaRPr lang="en-US" sz="1600" kern="1200"/>
        </a:p>
        <a:p>
          <a:pPr marL="171450" lvl="1" indent="-171450" algn="l" defTabSz="711200">
            <a:lnSpc>
              <a:spcPct val="90000"/>
            </a:lnSpc>
            <a:spcBef>
              <a:spcPct val="0"/>
            </a:spcBef>
            <a:spcAft>
              <a:spcPct val="15000"/>
            </a:spcAft>
            <a:buChar char="•"/>
          </a:pPr>
          <a:r>
            <a:rPr lang="it-IT" sz="1600" b="1" kern="1200"/>
            <a:t>4 Workers:</a:t>
          </a:r>
          <a:r>
            <a:rPr lang="it-IT" sz="1600" kern="1200"/>
            <a:t> Nodi computazionali dedicati ai task paralleli</a:t>
          </a:r>
          <a:endParaRPr lang="en-US" sz="1600" kern="1200"/>
        </a:p>
        <a:p>
          <a:pPr marL="0" lvl="0" indent="0" algn="l" defTabSz="711200">
            <a:lnSpc>
              <a:spcPct val="100000"/>
            </a:lnSpc>
            <a:spcBef>
              <a:spcPct val="0"/>
            </a:spcBef>
            <a:spcAft>
              <a:spcPct val="35000"/>
            </a:spcAft>
            <a:buNone/>
          </a:pPr>
          <a:r>
            <a:rPr lang="it-IT" sz="1600" b="1" kern="1200"/>
            <a:t>Rete:</a:t>
          </a:r>
          <a:r>
            <a:rPr lang="it-IT" sz="1600" kern="1200"/>
            <a:t> Virtual Network privata per garantire bassa latenza tra i nodi</a:t>
          </a:r>
          <a:endParaRPr lang="en-US" sz="1600" kern="1200"/>
        </a:p>
      </dsp:txBody>
      <dsp:txXfrm>
        <a:off x="11472" y="1268341"/>
        <a:ext cx="2912309" cy="2098473"/>
      </dsp:txXfrm>
    </dsp:sp>
    <dsp:sp modelId="{91726F0A-1CDA-4EE8-9BAB-84A6A6C6CB9E}">
      <dsp:nvSpPr>
        <dsp:cNvPr id="0" name=""/>
        <dsp:cNvSpPr/>
      </dsp:nvSpPr>
      <dsp:spPr>
        <a:xfrm>
          <a:off x="3433436" y="0"/>
          <a:ext cx="1019308" cy="774956"/>
        </a:xfrm>
        <a:prstGeom prst="rect">
          <a:avLst/>
        </a:prstGeom>
        <a:blipFill>
          <a:blip xmlns:r="http://schemas.openxmlformats.org/officeDocument/2006/relationships" r:embed="rId3">
            <a:extLst>
              <a:ext uri="{96DAC541-7B7A-43D3-8B79-37D633B846F1}">
                <asvg:svgBlip xmlns:asvg="http://schemas.microsoft.com/office/drawing/2016/SVG/main" r:embed="rId4"/>
              </a:ext>
            </a:extLst>
          </a:blip>
          <a:srcRect/>
          <a:stretch>
            <a:fillRect t="-16000" b="-16000"/>
          </a:stretch>
        </a:blipFill>
        <a:ln>
          <a:noFill/>
        </a:ln>
        <a:effectLst/>
      </dsp:spPr>
      <dsp:style>
        <a:lnRef idx="0">
          <a:scrgbClr r="0" g="0" b="0"/>
        </a:lnRef>
        <a:fillRef idx="3">
          <a:scrgbClr r="0" g="0" b="0"/>
        </a:fillRef>
        <a:effectRef idx="2">
          <a:scrgbClr r="0" g="0" b="0"/>
        </a:effectRef>
        <a:fontRef idx="minor">
          <a:schemeClr val="lt1"/>
        </a:fontRef>
      </dsp:style>
    </dsp:sp>
    <dsp:sp modelId="{18D98B67-38E2-4295-A566-45454FAA478E}">
      <dsp:nvSpPr>
        <dsp:cNvPr id="0" name=""/>
        <dsp:cNvSpPr/>
      </dsp:nvSpPr>
      <dsp:spPr>
        <a:xfrm>
          <a:off x="3433436" y="885023"/>
          <a:ext cx="2912309" cy="3321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933450">
            <a:lnSpc>
              <a:spcPct val="100000"/>
            </a:lnSpc>
            <a:spcBef>
              <a:spcPct val="0"/>
            </a:spcBef>
            <a:spcAft>
              <a:spcPct val="35000"/>
            </a:spcAft>
            <a:buNone/>
            <a:defRPr b="1"/>
          </a:pPr>
          <a:r>
            <a:rPr lang="it-IT" sz="2100" b="1" kern="1200"/>
            <a:t>Stack software:</a:t>
          </a:r>
          <a:endParaRPr lang="en-US" sz="2100" kern="1200"/>
        </a:p>
      </dsp:txBody>
      <dsp:txXfrm>
        <a:off x="3433436" y="885023"/>
        <a:ext cx="2912309" cy="332124"/>
      </dsp:txXfrm>
    </dsp:sp>
    <dsp:sp modelId="{F7CEB058-69CC-47C9-92E4-50644FD353C9}">
      <dsp:nvSpPr>
        <dsp:cNvPr id="0" name=""/>
        <dsp:cNvSpPr/>
      </dsp:nvSpPr>
      <dsp:spPr>
        <a:xfrm>
          <a:off x="3433436" y="1268341"/>
          <a:ext cx="2912309" cy="20984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11200">
            <a:lnSpc>
              <a:spcPct val="100000"/>
            </a:lnSpc>
            <a:spcBef>
              <a:spcPct val="0"/>
            </a:spcBef>
            <a:spcAft>
              <a:spcPct val="35000"/>
            </a:spcAft>
            <a:buNone/>
          </a:pPr>
          <a:r>
            <a:rPr lang="it-IT" sz="1600" b="1" kern="1200" dirty="0"/>
            <a:t>Motore di calcolo: </a:t>
          </a:r>
          <a:r>
            <a:rPr lang="it-IT" sz="1600" kern="1200" dirty="0"/>
            <a:t>Apache Spark 3.5.0</a:t>
          </a:r>
          <a:endParaRPr lang="en-US" sz="1600" kern="1200" dirty="0"/>
        </a:p>
        <a:p>
          <a:pPr marL="0" lvl="0" indent="0" algn="l" defTabSz="711200">
            <a:lnSpc>
              <a:spcPct val="100000"/>
            </a:lnSpc>
            <a:spcBef>
              <a:spcPct val="0"/>
            </a:spcBef>
            <a:spcAft>
              <a:spcPct val="35000"/>
            </a:spcAft>
            <a:buNone/>
          </a:pPr>
          <a:r>
            <a:rPr lang="en-US" sz="1600" b="1" kern="1200"/>
            <a:t>Storage:</a:t>
          </a:r>
          <a:r>
            <a:rPr lang="en-US" sz="1600" kern="1200"/>
            <a:t> Apache Hadoop 3.3.6</a:t>
          </a:r>
        </a:p>
        <a:p>
          <a:pPr marL="0" lvl="0" indent="0" algn="l" defTabSz="711200">
            <a:lnSpc>
              <a:spcPct val="100000"/>
            </a:lnSpc>
            <a:spcBef>
              <a:spcPct val="0"/>
            </a:spcBef>
            <a:spcAft>
              <a:spcPct val="35000"/>
            </a:spcAft>
            <a:buNone/>
          </a:pPr>
          <a:r>
            <a:rPr lang="it-IT" sz="1600" b="1" kern="1200" dirty="0"/>
            <a:t>Linguaggio:</a:t>
          </a:r>
          <a:r>
            <a:rPr lang="it-IT" sz="1600" kern="1200" dirty="0"/>
            <a:t> Python per la definizione della pipeline NLP e la data </a:t>
          </a:r>
          <a:r>
            <a:rPr lang="it-IT" sz="1600" kern="1200" dirty="0" err="1"/>
            <a:t>visuallization</a:t>
          </a:r>
          <a:r>
            <a:rPr lang="it-IT" sz="1600" kern="1200" dirty="0"/>
            <a:t>.</a:t>
          </a:r>
          <a:endParaRPr lang="en-US" sz="1600" kern="1200" dirty="0"/>
        </a:p>
      </dsp:txBody>
      <dsp:txXfrm>
        <a:off x="3433436" y="1268341"/>
        <a:ext cx="2912309" cy="2098473"/>
      </dsp:txXfrm>
    </dsp:sp>
    <dsp:sp modelId="{363DF09B-3F03-4A56-985A-460E64553B9C}">
      <dsp:nvSpPr>
        <dsp:cNvPr id="0" name=""/>
        <dsp:cNvSpPr/>
      </dsp:nvSpPr>
      <dsp:spPr>
        <a:xfrm>
          <a:off x="6855399" y="0"/>
          <a:ext cx="1019308" cy="774956"/>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a:effectLst/>
      </dsp:spPr>
      <dsp:style>
        <a:lnRef idx="0">
          <a:scrgbClr r="0" g="0" b="0"/>
        </a:lnRef>
        <a:fillRef idx="3">
          <a:scrgbClr r="0" g="0" b="0"/>
        </a:fillRef>
        <a:effectRef idx="2">
          <a:scrgbClr r="0" g="0" b="0"/>
        </a:effectRef>
        <a:fontRef idx="minor">
          <a:schemeClr val="lt1"/>
        </a:fontRef>
      </dsp:style>
    </dsp:sp>
    <dsp:sp modelId="{D7CA85DB-8C3B-409F-9FE0-00A7B47C7ADA}">
      <dsp:nvSpPr>
        <dsp:cNvPr id="0" name=""/>
        <dsp:cNvSpPr/>
      </dsp:nvSpPr>
      <dsp:spPr>
        <a:xfrm>
          <a:off x="6855399" y="885023"/>
          <a:ext cx="2912309" cy="3321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933450">
            <a:lnSpc>
              <a:spcPct val="100000"/>
            </a:lnSpc>
            <a:spcBef>
              <a:spcPct val="0"/>
            </a:spcBef>
            <a:spcAft>
              <a:spcPct val="35000"/>
            </a:spcAft>
            <a:buNone/>
            <a:defRPr b="1"/>
          </a:pPr>
          <a:r>
            <a:rPr lang="it-IT" sz="2100" kern="1200"/>
            <a:t>Strategia di Storage:</a:t>
          </a:r>
          <a:endParaRPr lang="en-US" sz="2100" kern="1200"/>
        </a:p>
      </dsp:txBody>
      <dsp:txXfrm>
        <a:off x="6855399" y="885023"/>
        <a:ext cx="2912309" cy="332124"/>
      </dsp:txXfrm>
    </dsp:sp>
    <dsp:sp modelId="{9FE3CBEF-76B5-47A2-8432-5C4C688B535C}">
      <dsp:nvSpPr>
        <dsp:cNvPr id="0" name=""/>
        <dsp:cNvSpPr/>
      </dsp:nvSpPr>
      <dsp:spPr>
        <a:xfrm>
          <a:off x="6855399" y="1268341"/>
          <a:ext cx="2912309" cy="20984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11200">
            <a:lnSpc>
              <a:spcPct val="100000"/>
            </a:lnSpc>
            <a:spcBef>
              <a:spcPct val="0"/>
            </a:spcBef>
            <a:spcAft>
              <a:spcPct val="35000"/>
            </a:spcAft>
            <a:buNone/>
          </a:pPr>
          <a:r>
            <a:rPr lang="it-IT" sz="1600" b="1" kern="1200"/>
            <a:t>HDFS Replication Factor:</a:t>
          </a:r>
          <a:r>
            <a:rPr lang="it-IT" sz="1600" kern="1200"/>
            <a:t> 3</a:t>
          </a:r>
          <a:endParaRPr lang="en-US" sz="1600" kern="1200"/>
        </a:p>
        <a:p>
          <a:pPr marL="0" lvl="0" indent="0" algn="l" defTabSz="711200">
            <a:lnSpc>
              <a:spcPct val="100000"/>
            </a:lnSpc>
            <a:spcBef>
              <a:spcPct val="0"/>
            </a:spcBef>
            <a:spcAft>
              <a:spcPct val="35000"/>
            </a:spcAft>
            <a:buNone/>
          </a:pPr>
          <a:r>
            <a:rPr lang="it-IT" sz="1600" b="1" kern="1200" dirty="0"/>
            <a:t>Data </a:t>
          </a:r>
          <a:r>
            <a:rPr lang="it-IT" sz="1600" b="1" kern="1200" dirty="0" err="1"/>
            <a:t>Locality</a:t>
          </a:r>
          <a:r>
            <a:rPr lang="it-IT" sz="1600" b="1" kern="1200" dirty="0"/>
            <a:t>:</a:t>
          </a:r>
          <a:r>
            <a:rPr lang="it-IT" sz="1600" kern="1200" dirty="0"/>
            <a:t> Spark assegna i task ai worker che ospitano fisicamente i blocchi di dati, riducendo il traffico di rete</a:t>
          </a:r>
          <a:endParaRPr lang="en-US" sz="1600" kern="1200" dirty="0"/>
        </a:p>
        <a:p>
          <a:pPr marL="0" lvl="0" indent="0" algn="l" defTabSz="711200">
            <a:lnSpc>
              <a:spcPct val="100000"/>
            </a:lnSpc>
            <a:spcBef>
              <a:spcPct val="0"/>
            </a:spcBef>
            <a:spcAft>
              <a:spcPct val="35000"/>
            </a:spcAft>
            <a:buNone/>
          </a:pPr>
          <a:r>
            <a:rPr lang="it-IT" sz="1600" b="1" kern="1200"/>
            <a:t>Formato Dati:</a:t>
          </a:r>
          <a:r>
            <a:rPr lang="it-IT" sz="1600" kern="1200"/>
            <a:t> Apache Parquet</a:t>
          </a:r>
          <a:endParaRPr lang="en-US" sz="1600" kern="1200"/>
        </a:p>
      </dsp:txBody>
      <dsp:txXfrm>
        <a:off x="6855399" y="1268341"/>
        <a:ext cx="2912309" cy="209847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F26584C-2273-45A9-9D54-1577B104DF6F}">
      <dsp:nvSpPr>
        <dsp:cNvPr id="0" name=""/>
        <dsp:cNvSpPr/>
      </dsp:nvSpPr>
      <dsp:spPr>
        <a:xfrm>
          <a:off x="0" y="0"/>
          <a:ext cx="9297130" cy="1230214"/>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it-IT" sz="1800" b="1" kern="1200" dirty="0"/>
            <a:t>Ingestione Dati</a:t>
          </a:r>
          <a:endParaRPr lang="it-IT" sz="1800" kern="1200" dirty="0"/>
        </a:p>
        <a:p>
          <a:pPr marL="114300" lvl="1" indent="-114300" algn="l" defTabSz="622300">
            <a:lnSpc>
              <a:spcPct val="90000"/>
            </a:lnSpc>
            <a:spcBef>
              <a:spcPct val="0"/>
            </a:spcBef>
            <a:spcAft>
              <a:spcPct val="15000"/>
            </a:spcAft>
            <a:buChar char="•"/>
          </a:pPr>
          <a:r>
            <a:rPr lang="it-IT" sz="1400" b="1" kern="1200"/>
            <a:t>Input:</a:t>
          </a:r>
          <a:r>
            <a:rPr lang="it-IT" sz="1400" kern="1200"/>
            <a:t> 20 File CSV eterogenei</a:t>
          </a:r>
          <a:endParaRPr lang="it-IT" sz="1400" kern="1200" dirty="0"/>
        </a:p>
        <a:p>
          <a:pPr marL="114300" lvl="1" indent="-114300" algn="l" defTabSz="622300">
            <a:lnSpc>
              <a:spcPct val="90000"/>
            </a:lnSpc>
            <a:spcBef>
              <a:spcPct val="0"/>
            </a:spcBef>
            <a:spcAft>
              <a:spcPct val="15000"/>
            </a:spcAft>
            <a:buChar char="•"/>
          </a:pPr>
          <a:r>
            <a:rPr lang="it-IT" sz="1400" b="1" kern="1200" dirty="0"/>
            <a:t>Action:</a:t>
          </a:r>
          <a:r>
            <a:rPr lang="it-IT" sz="1400" kern="1200" dirty="0"/>
            <a:t> Unificazione schema e normalizzazione</a:t>
          </a:r>
        </a:p>
        <a:p>
          <a:pPr marL="114300" lvl="1" indent="-114300" algn="l" defTabSz="622300">
            <a:lnSpc>
              <a:spcPct val="90000"/>
            </a:lnSpc>
            <a:spcBef>
              <a:spcPct val="0"/>
            </a:spcBef>
            <a:spcAft>
              <a:spcPct val="15000"/>
            </a:spcAft>
            <a:buChar char="•"/>
          </a:pPr>
          <a:r>
            <a:rPr lang="it-IT" sz="1400" b="1" kern="1200" dirty="0"/>
            <a:t>Arricchimento:</a:t>
          </a:r>
          <a:r>
            <a:rPr lang="it-IT" sz="1400" kern="1200" dirty="0"/>
            <a:t> aggiunta della sorgente </a:t>
          </a:r>
          <a:r>
            <a:rPr lang="it-IT" sz="1400" kern="1200" dirty="0" err="1">
              <a:latin typeface="Courier New" panose="02070309020205020404" pitchFamily="49" charset="0"/>
            </a:rPr>
            <a:t>app_name</a:t>
          </a:r>
          <a:r>
            <a:rPr lang="it-IT" sz="1400" kern="1200" dirty="0"/>
            <a:t> per tracciabilità</a:t>
          </a:r>
        </a:p>
      </dsp:txBody>
      <dsp:txXfrm>
        <a:off x="36032" y="36032"/>
        <a:ext cx="7969633" cy="1158150"/>
      </dsp:txXfrm>
    </dsp:sp>
    <dsp:sp modelId="{B07F5BD8-E0D2-4891-B2E7-BB55F90DE9D3}">
      <dsp:nvSpPr>
        <dsp:cNvPr id="0" name=""/>
        <dsp:cNvSpPr/>
      </dsp:nvSpPr>
      <dsp:spPr>
        <a:xfrm>
          <a:off x="820335" y="1435249"/>
          <a:ext cx="9297130" cy="1230214"/>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it-IT" sz="1800" b="1" kern="1200" dirty="0"/>
            <a:t>Data </a:t>
          </a:r>
          <a:r>
            <a:rPr lang="it-IT" sz="1800" b="1" kern="1200" dirty="0" err="1"/>
            <a:t>Augmentation</a:t>
          </a:r>
          <a:endParaRPr lang="it-IT" sz="1800" kern="1200" dirty="0"/>
        </a:p>
        <a:p>
          <a:pPr marL="114300" lvl="1" indent="-114300" algn="l" defTabSz="622300">
            <a:lnSpc>
              <a:spcPct val="90000"/>
            </a:lnSpc>
            <a:spcBef>
              <a:spcPct val="0"/>
            </a:spcBef>
            <a:spcAft>
              <a:spcPct val="15000"/>
            </a:spcAft>
            <a:buChar char="•"/>
          </a:pPr>
          <a:r>
            <a:rPr lang="it-IT" sz="1400" b="1" kern="1200"/>
            <a:t>Obiettivo:</a:t>
          </a:r>
          <a:r>
            <a:rPr lang="it-IT" sz="1400" kern="1200"/>
            <a:t> aumentare il volume dei dati per effettuare stress test</a:t>
          </a:r>
          <a:endParaRPr lang="it-IT" sz="1400" kern="1200" dirty="0"/>
        </a:p>
        <a:p>
          <a:pPr marL="114300" lvl="1" indent="-114300" algn="l" defTabSz="622300">
            <a:lnSpc>
              <a:spcPct val="90000"/>
            </a:lnSpc>
            <a:spcBef>
              <a:spcPct val="0"/>
            </a:spcBef>
            <a:spcAft>
              <a:spcPct val="15000"/>
            </a:spcAft>
            <a:buChar char="•"/>
          </a:pPr>
          <a:r>
            <a:rPr lang="it-IT" sz="1400" b="1" kern="1200"/>
            <a:t>Tecnica:</a:t>
          </a:r>
          <a:r>
            <a:rPr lang="it-IT" sz="1400" kern="1200"/>
            <a:t> Funzioni Spark </a:t>
          </a:r>
          <a:r>
            <a:rPr lang="it-IT" sz="1400" kern="1200">
              <a:latin typeface="Courier New" panose="02070309020205020404" pitchFamily="49" charset="0"/>
            </a:rPr>
            <a:t>explode</a:t>
          </a:r>
          <a:r>
            <a:rPr lang="it-IT" sz="1400" kern="1200"/>
            <a:t> e </a:t>
          </a:r>
          <a:r>
            <a:rPr lang="it-IT" sz="1400" kern="1200">
              <a:latin typeface="Courier New" panose="02070309020205020404" pitchFamily="49" charset="0"/>
            </a:rPr>
            <a:t>array_repeat</a:t>
          </a:r>
          <a:r>
            <a:rPr lang="it-IT" sz="1400" kern="1200"/>
            <a:t>.</a:t>
          </a:r>
          <a:endParaRPr lang="it-IT" sz="1400" kern="1200" dirty="0"/>
        </a:p>
        <a:p>
          <a:pPr marL="114300" lvl="1" indent="-114300" algn="l" defTabSz="622300">
            <a:lnSpc>
              <a:spcPct val="90000"/>
            </a:lnSpc>
            <a:spcBef>
              <a:spcPct val="0"/>
            </a:spcBef>
            <a:spcAft>
              <a:spcPct val="15000"/>
            </a:spcAft>
            <a:buChar char="•"/>
          </a:pPr>
          <a:r>
            <a:rPr lang="it-IT" sz="1400" b="1" kern="1200"/>
            <a:t>Integrità:</a:t>
          </a:r>
          <a:r>
            <a:rPr lang="it-IT" sz="1400" kern="1200"/>
            <a:t> Generazione distribuita di chiave primaria </a:t>
          </a:r>
          <a:r>
            <a:rPr lang="it-IT" sz="1400" kern="1200">
              <a:latin typeface="Courier New" panose="02070309020205020404" pitchFamily="49" charset="0"/>
            </a:rPr>
            <a:t>unique_id</a:t>
          </a:r>
          <a:r>
            <a:rPr lang="it-IT" sz="1400" kern="1200"/>
            <a:t>.</a:t>
          </a:r>
          <a:endParaRPr lang="it-IT" sz="1400" kern="1200" dirty="0"/>
        </a:p>
      </dsp:txBody>
      <dsp:txXfrm>
        <a:off x="856367" y="1471281"/>
        <a:ext cx="7605092" cy="1158150"/>
      </dsp:txXfrm>
    </dsp:sp>
    <dsp:sp modelId="{BA9F67E1-98D6-41A2-97D4-8013577932E7}">
      <dsp:nvSpPr>
        <dsp:cNvPr id="0" name=""/>
        <dsp:cNvSpPr/>
      </dsp:nvSpPr>
      <dsp:spPr>
        <a:xfrm>
          <a:off x="1640670" y="2870499"/>
          <a:ext cx="9297130" cy="1230214"/>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it-IT" sz="1800" b="1" kern="1200" dirty="0"/>
            <a:t>Ottimizzazione e salvataggio dati</a:t>
          </a:r>
          <a:endParaRPr lang="it-IT" sz="1800" kern="1200" dirty="0"/>
        </a:p>
        <a:p>
          <a:pPr marL="114300" lvl="1" indent="-114300" algn="l" defTabSz="622300">
            <a:lnSpc>
              <a:spcPct val="90000"/>
            </a:lnSpc>
            <a:spcBef>
              <a:spcPct val="0"/>
            </a:spcBef>
            <a:spcAft>
              <a:spcPct val="15000"/>
            </a:spcAft>
            <a:buChar char="•"/>
          </a:pPr>
          <a:r>
            <a:rPr lang="it-IT" sz="1400" b="1" kern="1200"/>
            <a:t>Output:</a:t>
          </a:r>
          <a:r>
            <a:rPr lang="it-IT" sz="1400" kern="1200"/>
            <a:t> Scrittura su HDFS in formato parquet.</a:t>
          </a:r>
          <a:endParaRPr lang="it-IT" sz="1400" kern="1200" dirty="0"/>
        </a:p>
        <a:p>
          <a:pPr marL="114300" lvl="1" indent="-114300" algn="l" defTabSz="622300">
            <a:lnSpc>
              <a:spcPct val="90000"/>
            </a:lnSpc>
            <a:spcBef>
              <a:spcPct val="0"/>
            </a:spcBef>
            <a:spcAft>
              <a:spcPct val="15000"/>
            </a:spcAft>
            <a:buChar char="•"/>
          </a:pPr>
          <a:r>
            <a:rPr lang="it-IT" sz="1400" b="1" kern="1200" dirty="0"/>
            <a:t>Vantaggio: </a:t>
          </a:r>
          <a:r>
            <a:rPr lang="it-IT" sz="1400" b="0" kern="1200" dirty="0"/>
            <a:t>conversione in un formato più adatto a questo tipo di analisi</a:t>
          </a:r>
          <a:endParaRPr lang="it-IT" sz="1400" kern="1200" dirty="0"/>
        </a:p>
      </dsp:txBody>
      <dsp:txXfrm>
        <a:off x="1676702" y="2906531"/>
        <a:ext cx="7605092" cy="1158150"/>
      </dsp:txXfrm>
    </dsp:sp>
    <dsp:sp modelId="{97D2DD01-C12E-4CEE-9EE8-33A6C7215263}">
      <dsp:nvSpPr>
        <dsp:cNvPr id="0" name=""/>
        <dsp:cNvSpPr/>
      </dsp:nvSpPr>
      <dsp:spPr>
        <a:xfrm>
          <a:off x="8497491" y="932912"/>
          <a:ext cx="799639" cy="799639"/>
        </a:xfrm>
        <a:prstGeom prst="downArrow">
          <a:avLst>
            <a:gd name="adj1" fmla="val 55000"/>
            <a:gd name="adj2" fmla="val 45000"/>
          </a:avLst>
        </a:prstGeom>
        <a:solidFill>
          <a:schemeClr val="accent3">
            <a:alpha val="90000"/>
            <a:tint val="40000"/>
            <a:hueOff val="0"/>
            <a:satOff val="0"/>
            <a:lumOff val="0"/>
            <a:alphaOff val="0"/>
          </a:schemeClr>
        </a:solidFill>
        <a:ln w="1270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1600200">
            <a:lnSpc>
              <a:spcPct val="90000"/>
            </a:lnSpc>
            <a:spcBef>
              <a:spcPct val="0"/>
            </a:spcBef>
            <a:spcAft>
              <a:spcPct val="35000"/>
            </a:spcAft>
            <a:buNone/>
          </a:pPr>
          <a:endParaRPr lang="it-IT" sz="3600" kern="1200"/>
        </a:p>
      </dsp:txBody>
      <dsp:txXfrm>
        <a:off x="8677410" y="932912"/>
        <a:ext cx="439801" cy="601728"/>
      </dsp:txXfrm>
    </dsp:sp>
    <dsp:sp modelId="{982D426E-30BC-4A47-B244-DD03100411C9}">
      <dsp:nvSpPr>
        <dsp:cNvPr id="0" name=""/>
        <dsp:cNvSpPr/>
      </dsp:nvSpPr>
      <dsp:spPr>
        <a:xfrm>
          <a:off x="9317826" y="2359960"/>
          <a:ext cx="799639" cy="799639"/>
        </a:xfrm>
        <a:prstGeom prst="downArrow">
          <a:avLst>
            <a:gd name="adj1" fmla="val 55000"/>
            <a:gd name="adj2" fmla="val 45000"/>
          </a:avLst>
        </a:prstGeom>
        <a:solidFill>
          <a:schemeClr val="accent3">
            <a:alpha val="90000"/>
            <a:tint val="40000"/>
            <a:hueOff val="0"/>
            <a:satOff val="0"/>
            <a:lumOff val="0"/>
            <a:alphaOff val="0"/>
          </a:schemeClr>
        </a:solidFill>
        <a:ln w="1270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1600200">
            <a:lnSpc>
              <a:spcPct val="90000"/>
            </a:lnSpc>
            <a:spcBef>
              <a:spcPct val="0"/>
            </a:spcBef>
            <a:spcAft>
              <a:spcPct val="35000"/>
            </a:spcAft>
            <a:buNone/>
          </a:pPr>
          <a:endParaRPr lang="it-IT" sz="3600" kern="1200"/>
        </a:p>
      </dsp:txBody>
      <dsp:txXfrm>
        <a:off x="9497745" y="2359960"/>
        <a:ext cx="439801" cy="60172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137D2AF-0976-48BA-98AB-ACD96457D15F}">
      <dsp:nvSpPr>
        <dsp:cNvPr id="0" name=""/>
        <dsp:cNvSpPr/>
      </dsp:nvSpPr>
      <dsp:spPr>
        <a:xfrm>
          <a:off x="0" y="314096"/>
          <a:ext cx="11857703" cy="2176327"/>
        </a:xfrm>
        <a:prstGeom prst="rightArrow">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D196266-D08A-4337-A122-6F206D0BF9FE}">
      <dsp:nvSpPr>
        <dsp:cNvPr id="0" name=""/>
        <dsp:cNvSpPr/>
      </dsp:nvSpPr>
      <dsp:spPr>
        <a:xfrm>
          <a:off x="8558621" y="2055158"/>
          <a:ext cx="2113311" cy="2920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171450" lvl="1" indent="-171450" algn="l" defTabSz="755650">
            <a:lnSpc>
              <a:spcPct val="90000"/>
            </a:lnSpc>
            <a:spcBef>
              <a:spcPct val="0"/>
            </a:spcBef>
            <a:spcAft>
              <a:spcPct val="15000"/>
            </a:spcAft>
            <a:buChar char="•"/>
          </a:pPr>
          <a:r>
            <a:rPr lang="it-IT" sz="1700" b="1" kern="1200" dirty="0"/>
            <a:t>Calcolo:</a:t>
          </a:r>
          <a:r>
            <a:rPr lang="it-IT" sz="1700" kern="1200" dirty="0"/>
            <a:t> Conteggio distribuito delle occorrenze delle coppie di parole</a:t>
          </a:r>
          <a:endParaRPr lang="en-US" sz="1700" kern="1200" dirty="0"/>
        </a:p>
        <a:p>
          <a:pPr marL="171450" lvl="1" indent="-171450" algn="l" defTabSz="755650">
            <a:lnSpc>
              <a:spcPct val="90000"/>
            </a:lnSpc>
            <a:spcBef>
              <a:spcPct val="0"/>
            </a:spcBef>
            <a:spcAft>
              <a:spcPct val="15000"/>
            </a:spcAft>
            <a:buChar char="•"/>
          </a:pPr>
          <a:r>
            <a:rPr lang="en-US" sz="1700" b="1" kern="1200" dirty="0" err="1"/>
            <a:t>Salvataggio</a:t>
          </a:r>
          <a:r>
            <a:rPr lang="en-US" sz="1700" b="0" kern="1200" dirty="0"/>
            <a:t> </a:t>
          </a:r>
          <a:r>
            <a:rPr lang="en-US" sz="1700" b="1" kern="1200" dirty="0"/>
            <a:t>ed </a:t>
          </a:r>
          <a:r>
            <a:rPr lang="en-US" sz="1700" b="1" kern="1200" dirty="0" err="1"/>
            <a:t>esportazione</a:t>
          </a:r>
          <a:r>
            <a:rPr lang="en-US" sz="1700" b="1" kern="1200" dirty="0"/>
            <a:t>: </a:t>
          </a:r>
          <a:r>
            <a:rPr lang="en-US" sz="1700" b="0" kern="1200" dirty="0" err="1"/>
            <a:t>esportazione</a:t>
          </a:r>
          <a:r>
            <a:rPr lang="en-US" sz="1700" b="0" kern="1200" dirty="0"/>
            <a:t> </a:t>
          </a:r>
          <a:r>
            <a:rPr lang="en-US" sz="1700" b="0" kern="1200" dirty="0" err="1"/>
            <a:t>dei</a:t>
          </a:r>
          <a:r>
            <a:rPr lang="en-US" sz="1700" b="0" kern="1200" dirty="0"/>
            <a:t> </a:t>
          </a:r>
          <a:r>
            <a:rPr lang="en-US" sz="1700" b="0" kern="1200" dirty="0" err="1"/>
            <a:t>risultati</a:t>
          </a:r>
          <a:r>
            <a:rPr lang="en-US" sz="1700" b="0" kern="1200" dirty="0"/>
            <a:t> in </a:t>
          </a:r>
          <a:r>
            <a:rPr lang="en-US" sz="1700" b="0" kern="1200" dirty="0" err="1"/>
            <a:t>formato</a:t>
          </a:r>
          <a:r>
            <a:rPr lang="en-US" sz="1700" b="0" kern="1200" dirty="0"/>
            <a:t> csv</a:t>
          </a:r>
          <a:endParaRPr lang="en-US" sz="1700" b="1" kern="1200" dirty="0"/>
        </a:p>
      </dsp:txBody>
      <dsp:txXfrm>
        <a:off x="8558621" y="2055158"/>
        <a:ext cx="2113311" cy="2920500"/>
      </dsp:txXfrm>
    </dsp:sp>
    <dsp:sp modelId="{095D2C15-6F43-4DFE-9E36-2A77E47B4940}">
      <dsp:nvSpPr>
        <dsp:cNvPr id="0" name=""/>
        <dsp:cNvSpPr/>
      </dsp:nvSpPr>
      <dsp:spPr>
        <a:xfrm>
          <a:off x="8558621" y="858178"/>
          <a:ext cx="2113311" cy="10881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23520" rIns="0" bIns="223520" numCol="1" spcCol="1270" anchor="ctr" anchorCtr="0">
          <a:noAutofit/>
        </a:bodyPr>
        <a:lstStyle/>
        <a:p>
          <a:pPr marL="0" lvl="0" indent="0" algn="l" defTabSz="977900">
            <a:lnSpc>
              <a:spcPct val="90000"/>
            </a:lnSpc>
            <a:spcBef>
              <a:spcPct val="0"/>
            </a:spcBef>
            <a:spcAft>
              <a:spcPct val="35000"/>
            </a:spcAft>
            <a:buNone/>
          </a:pPr>
          <a:r>
            <a:rPr lang="it-IT" sz="2200" b="1" kern="1200"/>
            <a:t>Aggregazione MapReduce</a:t>
          </a:r>
          <a:endParaRPr lang="en-US" sz="2200" kern="1200"/>
        </a:p>
      </dsp:txBody>
      <dsp:txXfrm>
        <a:off x="8558621" y="858178"/>
        <a:ext cx="2113311" cy="1088163"/>
      </dsp:txXfrm>
    </dsp:sp>
    <dsp:sp modelId="{3F49D824-B696-4EBD-8555-243546CB9537}">
      <dsp:nvSpPr>
        <dsp:cNvPr id="0" name=""/>
        <dsp:cNvSpPr/>
      </dsp:nvSpPr>
      <dsp:spPr>
        <a:xfrm>
          <a:off x="6022647" y="2055158"/>
          <a:ext cx="2113311" cy="2920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171450" lvl="1" indent="-171450" algn="l" defTabSz="755650">
            <a:lnSpc>
              <a:spcPct val="90000"/>
            </a:lnSpc>
            <a:spcBef>
              <a:spcPct val="0"/>
            </a:spcBef>
            <a:spcAft>
              <a:spcPct val="15000"/>
            </a:spcAft>
            <a:buChar char="•"/>
          </a:pPr>
          <a:r>
            <a:rPr lang="it-IT" sz="1700" b="1" kern="1200" dirty="0"/>
            <a:t>Approccio: </a:t>
          </a:r>
          <a:r>
            <a:rPr lang="it-IT" sz="1700" b="0" kern="1200" dirty="0"/>
            <a:t>suddividere il testo delle recensioni in coppie di parole</a:t>
          </a:r>
          <a:endParaRPr lang="en-US" sz="1700" kern="1200" dirty="0"/>
        </a:p>
        <a:p>
          <a:pPr marL="171450" lvl="1" indent="-171450" algn="l" defTabSz="755650">
            <a:lnSpc>
              <a:spcPct val="90000"/>
            </a:lnSpc>
            <a:spcBef>
              <a:spcPct val="0"/>
            </a:spcBef>
            <a:spcAft>
              <a:spcPct val="15000"/>
            </a:spcAft>
            <a:buChar char="•"/>
          </a:pPr>
          <a:r>
            <a:rPr lang="it-IT" sz="1700" b="1" kern="1200" dirty="0"/>
            <a:t>Motivazione:</a:t>
          </a:r>
          <a:r>
            <a:rPr lang="it-IT" sz="1700" kern="1200" dirty="0"/>
            <a:t> Preservare il contesto semantico</a:t>
          </a:r>
          <a:endParaRPr lang="en-US" sz="1700" kern="1200" dirty="0"/>
        </a:p>
      </dsp:txBody>
      <dsp:txXfrm>
        <a:off x="6022647" y="2055158"/>
        <a:ext cx="2113311" cy="2920500"/>
      </dsp:txXfrm>
    </dsp:sp>
    <dsp:sp modelId="{4F2F3A95-9C38-4EC4-B68F-D999D42C91D2}">
      <dsp:nvSpPr>
        <dsp:cNvPr id="0" name=""/>
        <dsp:cNvSpPr/>
      </dsp:nvSpPr>
      <dsp:spPr>
        <a:xfrm>
          <a:off x="6022647" y="858178"/>
          <a:ext cx="2113311" cy="10881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23520" rIns="0" bIns="223520" numCol="1" spcCol="1270" anchor="ctr" anchorCtr="0">
          <a:noAutofit/>
        </a:bodyPr>
        <a:lstStyle/>
        <a:p>
          <a:pPr marL="0" lvl="0" indent="0" algn="l" defTabSz="977900">
            <a:lnSpc>
              <a:spcPct val="90000"/>
            </a:lnSpc>
            <a:spcBef>
              <a:spcPct val="0"/>
            </a:spcBef>
            <a:spcAft>
              <a:spcPct val="35000"/>
            </a:spcAft>
            <a:buNone/>
          </a:pPr>
          <a:r>
            <a:rPr lang="it-IT" sz="2200" b="1" kern="1200" dirty="0"/>
            <a:t>Estrazione dei bigrammi</a:t>
          </a:r>
          <a:endParaRPr lang="en-US" sz="2200" kern="1200" dirty="0"/>
        </a:p>
      </dsp:txBody>
      <dsp:txXfrm>
        <a:off x="6022647" y="858178"/>
        <a:ext cx="2113311" cy="1088163"/>
      </dsp:txXfrm>
    </dsp:sp>
    <dsp:sp modelId="{8A30E715-6168-49DC-AB6B-CE2665F37521}">
      <dsp:nvSpPr>
        <dsp:cNvPr id="0" name=""/>
        <dsp:cNvSpPr/>
      </dsp:nvSpPr>
      <dsp:spPr>
        <a:xfrm>
          <a:off x="3486674" y="2055158"/>
          <a:ext cx="2113311" cy="2920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171450" lvl="1" indent="-171450" algn="l" defTabSz="755650">
            <a:lnSpc>
              <a:spcPct val="90000"/>
            </a:lnSpc>
            <a:spcBef>
              <a:spcPct val="0"/>
            </a:spcBef>
            <a:spcAft>
              <a:spcPct val="15000"/>
            </a:spcAft>
            <a:buChar char="•"/>
          </a:pPr>
          <a:r>
            <a:rPr lang="it-IT" sz="1700" b="1" kern="1200" dirty="0"/>
            <a:t>Filtraggio base:</a:t>
          </a:r>
          <a:r>
            <a:rPr lang="it-IT" sz="1700" kern="1200" dirty="0"/>
            <a:t> Rimozione di articoli, proposizioni e congiunzioni</a:t>
          </a:r>
          <a:endParaRPr lang="en-US" sz="1700" kern="1200" dirty="0"/>
        </a:p>
        <a:p>
          <a:pPr marL="171450" lvl="1" indent="-171450" algn="l" defTabSz="755650">
            <a:lnSpc>
              <a:spcPct val="90000"/>
            </a:lnSpc>
            <a:spcBef>
              <a:spcPct val="0"/>
            </a:spcBef>
            <a:spcAft>
              <a:spcPct val="15000"/>
            </a:spcAft>
            <a:buChar char="•"/>
          </a:pPr>
          <a:r>
            <a:rPr lang="it-IT" sz="1700" b="1" kern="1200" dirty="0"/>
            <a:t>Filtraggio di contesto:</a:t>
          </a:r>
          <a:r>
            <a:rPr lang="it-IT" sz="1700" kern="1200" dirty="0"/>
            <a:t> Rimozione termini ad alta frequenza ma poco informativi specifici del contesto.</a:t>
          </a:r>
          <a:endParaRPr lang="en-US" sz="1700" kern="1200" dirty="0"/>
        </a:p>
        <a:p>
          <a:pPr marL="171450" lvl="1" indent="-171450" algn="l" defTabSz="755650">
            <a:lnSpc>
              <a:spcPct val="90000"/>
            </a:lnSpc>
            <a:spcBef>
              <a:spcPct val="0"/>
            </a:spcBef>
            <a:spcAft>
              <a:spcPct val="15000"/>
            </a:spcAft>
            <a:buChar char="•"/>
          </a:pPr>
          <a:r>
            <a:rPr lang="it-IT" sz="1700" b="1" kern="1200" dirty="0"/>
            <a:t>Output:</a:t>
          </a:r>
          <a:r>
            <a:rPr lang="it-IT" sz="1700" kern="1200" dirty="0"/>
            <a:t> Solo coppie di parole utili</a:t>
          </a:r>
          <a:endParaRPr lang="en-US" sz="1700" kern="1200" dirty="0"/>
        </a:p>
      </dsp:txBody>
      <dsp:txXfrm>
        <a:off x="3486674" y="2055158"/>
        <a:ext cx="2113311" cy="2920500"/>
      </dsp:txXfrm>
    </dsp:sp>
    <dsp:sp modelId="{C901A7DC-005E-40D8-974D-25AA37B3523A}">
      <dsp:nvSpPr>
        <dsp:cNvPr id="0" name=""/>
        <dsp:cNvSpPr/>
      </dsp:nvSpPr>
      <dsp:spPr>
        <a:xfrm>
          <a:off x="3486674" y="858178"/>
          <a:ext cx="2113311" cy="10881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23520" rIns="0" bIns="223520" numCol="1" spcCol="1270" anchor="ctr" anchorCtr="0">
          <a:noAutofit/>
        </a:bodyPr>
        <a:lstStyle/>
        <a:p>
          <a:pPr marL="0" lvl="0" indent="0" algn="l" defTabSz="977900">
            <a:lnSpc>
              <a:spcPct val="90000"/>
            </a:lnSpc>
            <a:spcBef>
              <a:spcPct val="0"/>
            </a:spcBef>
            <a:spcAft>
              <a:spcPct val="35000"/>
            </a:spcAft>
            <a:buNone/>
          </a:pPr>
          <a:r>
            <a:rPr lang="it-IT" sz="2200" b="1" kern="1200" dirty="0" err="1"/>
            <a:t>Stopwords</a:t>
          </a:r>
          <a:r>
            <a:rPr lang="it-IT" sz="2200" b="1" kern="1200" dirty="0"/>
            <a:t> </a:t>
          </a:r>
          <a:r>
            <a:rPr lang="it-IT" sz="2200" b="1" kern="1200" dirty="0" err="1"/>
            <a:t>Removal</a:t>
          </a:r>
          <a:endParaRPr lang="en-US" sz="2200" kern="1200" dirty="0"/>
        </a:p>
      </dsp:txBody>
      <dsp:txXfrm>
        <a:off x="3486674" y="858178"/>
        <a:ext cx="2113311" cy="1088163"/>
      </dsp:txXfrm>
    </dsp:sp>
    <dsp:sp modelId="{226C86D5-9BB0-4EC1-B9C1-712B8C4D493B}">
      <dsp:nvSpPr>
        <dsp:cNvPr id="0" name=""/>
        <dsp:cNvSpPr/>
      </dsp:nvSpPr>
      <dsp:spPr>
        <a:xfrm>
          <a:off x="950700" y="2055158"/>
          <a:ext cx="2113311" cy="2920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171450" lvl="1" indent="-171450" algn="l" defTabSz="755650">
            <a:lnSpc>
              <a:spcPct val="90000"/>
            </a:lnSpc>
            <a:spcBef>
              <a:spcPct val="0"/>
            </a:spcBef>
            <a:spcAft>
              <a:spcPct val="15000"/>
            </a:spcAft>
            <a:buChar char="•"/>
          </a:pPr>
          <a:r>
            <a:rPr lang="it-IT" sz="1700" b="1" kern="1200" dirty="0"/>
            <a:t>Obiettivo:</a:t>
          </a:r>
          <a:r>
            <a:rPr lang="it-IT" sz="1700" kern="1200" dirty="0"/>
            <a:t> Riduzione del rumore</a:t>
          </a:r>
          <a:endParaRPr lang="en-US" sz="1700" kern="1200" dirty="0"/>
        </a:p>
        <a:p>
          <a:pPr marL="171450" lvl="1" indent="-171450" algn="l" defTabSz="755650">
            <a:lnSpc>
              <a:spcPct val="90000"/>
            </a:lnSpc>
            <a:spcBef>
              <a:spcPct val="0"/>
            </a:spcBef>
            <a:spcAft>
              <a:spcPct val="15000"/>
            </a:spcAft>
            <a:buChar char="•"/>
          </a:pPr>
          <a:r>
            <a:rPr lang="it-IT" sz="1700" b="1" kern="1200" dirty="0"/>
            <a:t>Tecnica:</a:t>
          </a:r>
          <a:r>
            <a:rPr lang="it-IT" sz="1700" kern="1200" dirty="0"/>
            <a:t> Utilizzo di </a:t>
          </a:r>
          <a:r>
            <a:rPr lang="it-IT" sz="1700" kern="1200" dirty="0" err="1"/>
            <a:t>Regex</a:t>
          </a:r>
          <a:r>
            <a:rPr lang="it-IT" sz="1700" kern="1200" dirty="0"/>
            <a:t> per eliminare caratteri non alfanumerici, punteggiatura e normalizzazione del testo</a:t>
          </a:r>
          <a:endParaRPr lang="en-US" sz="1700" kern="1200" dirty="0"/>
        </a:p>
        <a:p>
          <a:pPr marL="171450" lvl="1" indent="-171450" algn="l" defTabSz="755650">
            <a:lnSpc>
              <a:spcPct val="90000"/>
            </a:lnSpc>
            <a:spcBef>
              <a:spcPct val="0"/>
            </a:spcBef>
            <a:spcAft>
              <a:spcPct val="15000"/>
            </a:spcAft>
            <a:buChar char="•"/>
          </a:pPr>
          <a:r>
            <a:rPr lang="it-IT" sz="1700" b="1" kern="1200" dirty="0"/>
            <a:t>Risultato:</a:t>
          </a:r>
          <a:r>
            <a:rPr lang="it-IT" sz="1700" kern="1200" dirty="0"/>
            <a:t> Testo uniforme pronto per la tokenizzazione</a:t>
          </a:r>
          <a:endParaRPr lang="en-US" sz="1700" kern="1200" dirty="0"/>
        </a:p>
      </dsp:txBody>
      <dsp:txXfrm>
        <a:off x="950700" y="2055158"/>
        <a:ext cx="2113311" cy="2920500"/>
      </dsp:txXfrm>
    </dsp:sp>
    <dsp:sp modelId="{A231D25E-5976-40F2-9B6B-157CD57E9B20}">
      <dsp:nvSpPr>
        <dsp:cNvPr id="0" name=""/>
        <dsp:cNvSpPr/>
      </dsp:nvSpPr>
      <dsp:spPr>
        <a:xfrm>
          <a:off x="950700" y="858178"/>
          <a:ext cx="2113311" cy="10881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23520" rIns="0" bIns="223520" numCol="1" spcCol="1270" anchor="ctr" anchorCtr="0">
          <a:noAutofit/>
        </a:bodyPr>
        <a:lstStyle/>
        <a:p>
          <a:pPr marL="0" lvl="0" indent="0" algn="l" defTabSz="977900">
            <a:lnSpc>
              <a:spcPct val="90000"/>
            </a:lnSpc>
            <a:spcBef>
              <a:spcPct val="0"/>
            </a:spcBef>
            <a:spcAft>
              <a:spcPct val="35000"/>
            </a:spcAft>
            <a:buNone/>
          </a:pPr>
          <a:r>
            <a:rPr lang="it-IT" sz="2200" b="1" kern="1200" dirty="0" err="1"/>
            <a:t>Pre</a:t>
          </a:r>
          <a:r>
            <a:rPr lang="it-IT" sz="2200" b="1" kern="1200" dirty="0"/>
            <a:t>-processing e </a:t>
          </a:r>
          <a:r>
            <a:rPr lang="it-IT" sz="2200" b="1" kern="1200" dirty="0" err="1"/>
            <a:t>Cleaning</a:t>
          </a:r>
          <a:endParaRPr lang="en-US" sz="2200" kern="1200" dirty="0"/>
        </a:p>
      </dsp:txBody>
      <dsp:txXfrm>
        <a:off x="950700" y="858178"/>
        <a:ext cx="2113311" cy="1088163"/>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AA15A2A-5EEF-4067-9239-98588D2B1474}">
      <dsp:nvSpPr>
        <dsp:cNvPr id="0" name=""/>
        <dsp:cNvSpPr/>
      </dsp:nvSpPr>
      <dsp:spPr>
        <a:xfrm>
          <a:off x="0" y="63227"/>
          <a:ext cx="10726993" cy="55165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it-IT" sz="2300" b="1" i="0" u="none" kern="1200" dirty="0"/>
            <a:t>Livello Macro: Global </a:t>
          </a:r>
          <a:r>
            <a:rPr lang="it-IT" sz="2300" b="1" i="0" u="none" kern="1200" dirty="0" err="1"/>
            <a:t>Ecosystem</a:t>
          </a:r>
          <a:r>
            <a:rPr lang="it-IT" sz="2300" b="1" i="0" u="none" kern="1200" dirty="0"/>
            <a:t> Analysis</a:t>
          </a:r>
          <a:endParaRPr lang="en-US" sz="2300" i="0" u="none" kern="1200" dirty="0"/>
        </a:p>
      </dsp:txBody>
      <dsp:txXfrm>
        <a:off x="26930" y="90157"/>
        <a:ext cx="10673133" cy="497795"/>
      </dsp:txXfrm>
    </dsp:sp>
    <dsp:sp modelId="{0FAB6298-351C-4C54-839F-6828A529466F}">
      <dsp:nvSpPr>
        <dsp:cNvPr id="0" name=""/>
        <dsp:cNvSpPr/>
      </dsp:nvSpPr>
      <dsp:spPr>
        <a:xfrm>
          <a:off x="0" y="614882"/>
          <a:ext cx="10726993" cy="2285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0582" tIns="29210" rIns="163576" bIns="29210" numCol="1" spcCol="1270" anchor="t" anchorCtr="0">
          <a:noAutofit/>
        </a:bodyPr>
        <a:lstStyle/>
        <a:p>
          <a:pPr marL="171450" lvl="1" indent="-171450" algn="l" defTabSz="800100">
            <a:lnSpc>
              <a:spcPct val="90000"/>
            </a:lnSpc>
            <a:spcBef>
              <a:spcPct val="0"/>
            </a:spcBef>
            <a:spcAft>
              <a:spcPct val="20000"/>
            </a:spcAft>
            <a:buChar char="•"/>
          </a:pPr>
          <a:r>
            <a:rPr lang="it-IT" sz="1800" b="1" i="0" u="none" kern="1200" dirty="0"/>
            <a:t>Approccio:</a:t>
          </a:r>
          <a:r>
            <a:rPr lang="it-IT" sz="1800" i="0" u="none" kern="1200" dirty="0"/>
            <a:t> Analisi dell'intero dataset come unico corpus così da evidenziare le tendenze trasversali</a:t>
          </a:r>
          <a:endParaRPr lang="en-US" sz="1800" i="0" u="none" kern="1200" dirty="0"/>
        </a:p>
        <a:p>
          <a:pPr marL="171450" lvl="1" indent="-171450" algn="l" defTabSz="800100">
            <a:lnSpc>
              <a:spcPct val="90000"/>
            </a:lnSpc>
            <a:spcBef>
              <a:spcPct val="0"/>
            </a:spcBef>
            <a:spcAft>
              <a:spcPct val="20000"/>
            </a:spcAft>
            <a:buChar char="•"/>
          </a:pPr>
          <a:r>
            <a:rPr lang="it-IT" sz="1800" b="1" i="0" u="none" kern="1200" dirty="0"/>
            <a:t>Risultato:</a:t>
          </a:r>
          <a:r>
            <a:rPr lang="it-IT" sz="1800" i="0" u="none" kern="1200" dirty="0"/>
            <a:t> </a:t>
          </a:r>
          <a:r>
            <a:rPr lang="it-IT" sz="1800" b="0" i="0" u="none" kern="1200" dirty="0"/>
            <a:t>Identificazione di 3 cluster di criticità universali</a:t>
          </a:r>
          <a:r>
            <a:rPr lang="it-IT" sz="1800" i="0" u="none" kern="1200" dirty="0"/>
            <a:t>:</a:t>
          </a:r>
          <a:endParaRPr lang="en-US" sz="1800" i="0" u="none" kern="1200" dirty="0"/>
        </a:p>
        <a:p>
          <a:pPr marL="342900" lvl="2" indent="-171450" algn="l" defTabSz="800100">
            <a:lnSpc>
              <a:spcPct val="90000"/>
            </a:lnSpc>
            <a:spcBef>
              <a:spcPct val="0"/>
            </a:spcBef>
            <a:spcAft>
              <a:spcPct val="20000"/>
            </a:spcAft>
            <a:buChar char="•"/>
          </a:pPr>
          <a:r>
            <a:rPr lang="it-IT" sz="1800" b="1" i="0" u="none" kern="1200" dirty="0"/>
            <a:t>Technical </a:t>
          </a:r>
          <a:r>
            <a:rPr lang="it-IT" sz="1800" b="1" i="0" u="none" kern="1200" dirty="0" err="1"/>
            <a:t>Failure</a:t>
          </a:r>
          <a:r>
            <a:rPr lang="it-IT" sz="1800" b="1" i="0" u="none" kern="1200" dirty="0"/>
            <a:t>: </a:t>
          </a:r>
          <a:r>
            <a:rPr lang="it-IT" sz="1800" b="0" i="0" u="none" kern="1200" dirty="0"/>
            <a:t>la </a:t>
          </a:r>
          <a:r>
            <a:rPr lang="it-IT" sz="1800" i="0" u="none" kern="1200" dirty="0"/>
            <a:t>stabilità tecnica pesa per oltre </a:t>
          </a:r>
          <a:r>
            <a:rPr lang="it-IT" sz="1800" b="0" i="0" u="none" kern="1200" dirty="0"/>
            <a:t>il 40% </a:t>
          </a:r>
          <a:r>
            <a:rPr lang="it-IT" sz="1800" i="0" u="none" kern="1200" dirty="0"/>
            <a:t>sulle recensioni negative, indipendentemente dal tipo di App.</a:t>
          </a:r>
          <a:endParaRPr lang="en-US" sz="1800" i="0" u="none" kern="1200" dirty="0"/>
        </a:p>
        <a:p>
          <a:pPr marL="342900" lvl="2" indent="-171450" algn="l" defTabSz="800100">
            <a:lnSpc>
              <a:spcPct val="90000"/>
            </a:lnSpc>
            <a:spcBef>
              <a:spcPct val="0"/>
            </a:spcBef>
            <a:spcAft>
              <a:spcPct val="20000"/>
            </a:spcAft>
            <a:buChar char="•"/>
          </a:pPr>
          <a:r>
            <a:rPr lang="it-IT" sz="1800" b="1" i="0" u="none" kern="1200" dirty="0"/>
            <a:t>Customer Support Gap:</a:t>
          </a:r>
          <a:r>
            <a:rPr lang="it-IT" sz="1800" i="0" u="none" kern="1200" dirty="0"/>
            <a:t> l'utente usa la recensione pubblica come canale per segnalare l'inefficacia dei mezzi di supporto tradizionali.</a:t>
          </a:r>
          <a:endParaRPr lang="en-US" sz="1800" i="0" u="none" kern="1200" dirty="0"/>
        </a:p>
        <a:p>
          <a:pPr marL="342900" lvl="2" indent="-171450" algn="l" defTabSz="800100">
            <a:lnSpc>
              <a:spcPct val="90000"/>
            </a:lnSpc>
            <a:spcBef>
              <a:spcPct val="0"/>
            </a:spcBef>
            <a:spcAft>
              <a:spcPct val="20000"/>
            </a:spcAft>
            <a:buChar char="•"/>
          </a:pPr>
          <a:r>
            <a:rPr lang="it-IT" sz="1800" b="1" i="0" u="none" kern="1200" dirty="0"/>
            <a:t>Dark Patterns &amp; Billing: f</a:t>
          </a:r>
          <a:r>
            <a:rPr lang="it-IT" sz="1800" i="0" u="none" kern="1200" dirty="0"/>
            <a:t>orte insofferenza verso rinnovi automatici poco trasparenti e gestione dei free trial.</a:t>
          </a:r>
          <a:endParaRPr lang="en-US" sz="1800" i="0" u="none" kern="1200" dirty="0"/>
        </a:p>
      </dsp:txBody>
      <dsp:txXfrm>
        <a:off x="0" y="614882"/>
        <a:ext cx="10726993" cy="2285280"/>
      </dsp:txXfrm>
    </dsp:sp>
    <dsp:sp modelId="{E28033EB-351B-4278-A642-8331E371A8F4}">
      <dsp:nvSpPr>
        <dsp:cNvPr id="0" name=""/>
        <dsp:cNvSpPr/>
      </dsp:nvSpPr>
      <dsp:spPr>
        <a:xfrm>
          <a:off x="0" y="2900163"/>
          <a:ext cx="10726993" cy="55165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it-IT" sz="2300" b="1" i="0" u="none" kern="1200"/>
            <a:t>Livello Micro: Drill-Down Application Analysis</a:t>
          </a:r>
          <a:endParaRPr lang="en-US" sz="2300" i="0" u="none" kern="1200"/>
        </a:p>
      </dsp:txBody>
      <dsp:txXfrm>
        <a:off x="26930" y="2927093"/>
        <a:ext cx="10673133" cy="497795"/>
      </dsp:txXfrm>
    </dsp:sp>
    <dsp:sp modelId="{18DAEADF-2CEC-4EBA-9387-F8E046CD7134}">
      <dsp:nvSpPr>
        <dsp:cNvPr id="0" name=""/>
        <dsp:cNvSpPr/>
      </dsp:nvSpPr>
      <dsp:spPr>
        <a:xfrm>
          <a:off x="0" y="3451818"/>
          <a:ext cx="10726993" cy="11188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0582" tIns="29210" rIns="163576" bIns="29210" numCol="1" spcCol="1270" anchor="t" anchorCtr="0">
          <a:noAutofit/>
        </a:bodyPr>
        <a:lstStyle/>
        <a:p>
          <a:pPr marL="171450" lvl="1" indent="-171450" algn="l" defTabSz="800100">
            <a:lnSpc>
              <a:spcPct val="90000"/>
            </a:lnSpc>
            <a:spcBef>
              <a:spcPct val="0"/>
            </a:spcBef>
            <a:spcAft>
              <a:spcPct val="20000"/>
            </a:spcAft>
            <a:buChar char="•"/>
          </a:pPr>
          <a:r>
            <a:rPr lang="it-IT" sz="1800" b="1" i="0" u="none" kern="1200" dirty="0"/>
            <a:t>Tecnica:</a:t>
          </a:r>
          <a:r>
            <a:rPr lang="it-IT" sz="1800" i="0" u="none" kern="1200" dirty="0"/>
            <a:t> Utilizzo delle window </a:t>
          </a:r>
          <a:r>
            <a:rPr lang="it-IT" sz="1800" i="0" u="none" kern="1200" dirty="0" err="1"/>
            <a:t>function</a:t>
          </a:r>
          <a:r>
            <a:rPr lang="it-IT" sz="1800" i="0" u="none" kern="1200" dirty="0"/>
            <a:t> per partizionare l'analisi per App</a:t>
          </a:r>
          <a:endParaRPr lang="en-US" sz="1800" i="0" u="none" kern="1200" dirty="0"/>
        </a:p>
        <a:p>
          <a:pPr marL="171450" lvl="1" indent="-171450" algn="l" defTabSz="800100">
            <a:lnSpc>
              <a:spcPct val="90000"/>
            </a:lnSpc>
            <a:spcBef>
              <a:spcPct val="0"/>
            </a:spcBef>
            <a:spcAft>
              <a:spcPct val="20000"/>
            </a:spcAft>
            <a:buChar char="•"/>
          </a:pPr>
          <a:r>
            <a:rPr lang="it-IT" sz="1800" b="1" i="0" u="none" kern="1200" dirty="0"/>
            <a:t>Risultato:</a:t>
          </a:r>
          <a:r>
            <a:rPr lang="it-IT" sz="1800" i="0" u="none" kern="1200" dirty="0"/>
            <a:t> I driver di insoddisfazione cambiano radicalmente tra categorie (es. Gaming vs Utility), rendendo meno funzionali le strategie correttive generaliste tralasciando alcuni aspetti che riguardano il contesto dell’app.</a:t>
          </a:r>
          <a:endParaRPr lang="en-US" sz="1800" i="0" u="none" kern="1200" dirty="0"/>
        </a:p>
      </dsp:txBody>
      <dsp:txXfrm>
        <a:off x="0" y="3451818"/>
        <a:ext cx="10726993" cy="1118835"/>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layout4.xml><?xml version="1.0" encoding="utf-8"?>
<dgm:layoutDef xmlns:dgm="http://schemas.openxmlformats.org/drawingml/2006/diagram" xmlns:a="http://schemas.openxmlformats.org/drawingml/2006/main" uniqueId="urn:microsoft.com/office/officeart/2005/8/layout/hProcess3">
  <dgm:title val=""/>
  <dgm:desc val=""/>
  <dgm:catLst>
    <dgm:cat type="process" pri="6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chOrder="t">
    <dgm:varLst>
      <dgm:dir/>
      <dgm:animLvl val="lvl"/>
      <dgm:resizeHandles val="exact"/>
    </dgm:varLst>
    <dgm:alg type="composite"/>
    <dgm:shape xmlns:r="http://schemas.openxmlformats.org/officeDocument/2006/relationships" r:blip="">
      <dgm:adjLst/>
    </dgm:shape>
    <dgm:presOf/>
    <dgm:constrLst>
      <dgm:constr type="w" for="ch" forName="dummy" refType="w"/>
      <dgm:constr type="h" for="ch" forName="dummy" refType="h"/>
      <dgm:constr type="h" for="ch" forName="dummy" refType="w" refFor="ch" refForName="dummy" op="lte" fact="0.4"/>
      <dgm:constr type="ctrX" for="ch" forName="dummy" refType="w" fact="0.5"/>
      <dgm:constr type="ctrY" for="ch" forName="dummy" refType="h" fact="0.5"/>
      <dgm:constr type="w" for="ch" forName="linH" refType="w"/>
      <dgm:constr type="h" for="ch" forName="linH" refType="h"/>
      <dgm:constr type="ctrX" for="ch" forName="linH" refType="w" fact="0.5"/>
      <dgm:constr type="ctrY" for="ch" forName="linH" refType="h" fact="0.5"/>
      <dgm:constr type="userP" for="ch" forName="linH" refType="h" refFor="ch" refForName="dummy" fact="0.25"/>
      <dgm:constr type="userT" for="des" forName="parTx" refType="w" refFor="ch" refForName="dummy" fact="0.2"/>
    </dgm:constrLst>
    <dgm:ruleLst/>
    <dgm:layoutNode name="dummy">
      <dgm:alg type="sp"/>
      <dgm:shape xmlns:r="http://schemas.openxmlformats.org/officeDocument/2006/relationships" r:blip="">
        <dgm:adjLst/>
      </dgm:shape>
      <dgm:presOf/>
      <dgm:constrLst/>
      <dgm:ruleLst/>
    </dgm:layoutNode>
    <dgm:layoutNode name="linH">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primFontSz" for="des" forName="parTx" val="65"/>
        <dgm:constr type="primFontSz" for="des" forName="desTx" refType="primFontSz" refFor="des" refForName="parTx" op="equ"/>
        <dgm:constr type="h" for="des" forName="parTx" refType="primFontSz" refFor="des" refForName="parTx"/>
        <dgm:constr type="h" for="des" forName="desTx" refType="primFontSz" refFor="des" refForName="parTx" fact="0.5"/>
        <dgm:constr type="h" for="des" forName="parTx" op="equ"/>
        <dgm:constr type="h" for="des" forName="desTx" op="equ"/>
        <dgm:constr type="h" for="ch" forName="backgroundArrow" refType="primFontSz" refFor="des" refForName="parTx" fact="2"/>
        <dgm:constr type="h" for="ch" forName="backgroundArrow" refType="h" refFor="des" refForName="parTx" op="lte" fact="2"/>
        <dgm:constr type="h" for="ch" forName="backgroundArrow" refType="h" refFor="des" refForName="parTx" op="gte" fact="2"/>
        <dgm:constr type="h" for="des" forName="spVertical1" refType="primFontSz" refFor="des" refForName="parTx" fact="0.5"/>
        <dgm:constr type="h" for="des" forName="spVertical1" refType="h" refFor="des" refForName="parTx" op="lte" fact="0.5"/>
        <dgm:constr type="h" for="des" forName="spVertical1" refType="h" refFor="des" refForName="parTx" op="gte" fact="0.5"/>
        <dgm:constr type="h" for="des" forName="spVertical2" refType="primFontSz" refFor="des" refForName="parTx" fact="0.5"/>
        <dgm:constr type="h" for="des" forName="spVertical2" refType="h" refFor="des" refForName="parTx" op="lte" fact="0.5"/>
        <dgm:constr type="h" for="des" forName="spVertical2" refType="h" refFor="des" refForName="parTx" op="gte" fact="0.5"/>
        <dgm:constr type="h" for="des" forName="spVertical3" refType="primFontSz" refFor="des" refForName="parTx" fact="-0.4"/>
        <dgm:constr type="h" for="des" forName="spVertical3" refType="h" refFor="des" refForName="parTx" op="lte" fact="-0.4"/>
        <dgm:constr type="h" for="des" forName="spVertical3" refType="h" refFor="des" refForName="parTx" op="gte" fact="-0.4"/>
        <dgm:constr type="w" for="ch" forName="backgroundArrow" refType="w"/>
        <dgm:constr type="w" for="ch" forName="negArrow" refType="w" fact="-1"/>
        <dgm:constr type="w" for="ch" forName="linV" refType="w"/>
        <dgm:constr type="w" for="ch" forName="space" refType="w" refFor="ch" refForName="linV" fact="0.2"/>
        <dgm:constr type="w" for="ch" forName="padding1" refType="w" fact="0.08"/>
        <dgm:constr type="userP"/>
        <dgm:constr type="w" for="ch" forName="padding2" refType="userP"/>
      </dgm:constrLst>
      <dgm:ruleLst>
        <dgm:rule type="w" for="ch" forName="linV" val="0" fact="NaN" max="NaN"/>
        <dgm:rule type="primFontSz" for="des" forName="parTx" val="5" fact="NaN" max="NaN"/>
      </dgm:ruleLst>
      <dgm:layoutNode name="padding1">
        <dgm:alg type="sp"/>
        <dgm:shape xmlns:r="http://schemas.openxmlformats.org/officeDocument/2006/relationships" r:blip="">
          <dgm:adjLst/>
        </dgm:shape>
        <dgm:presOf/>
        <dgm:constrLst/>
        <dgm:ruleLst/>
      </dgm:layoutNode>
      <dgm:forEach name="Name4" axis="ch" ptType="node">
        <dgm:layoutNode name="linV">
          <dgm:alg type="lin">
            <dgm:param type="linDir" val="fromT"/>
          </dgm:alg>
          <dgm:shape xmlns:r="http://schemas.openxmlformats.org/officeDocument/2006/relationships" r:blip="">
            <dgm:adjLst/>
          </dgm:shape>
          <dgm:presOf/>
          <dgm:constrLst>
            <dgm:constr type="w" for="ch" forName="spVertical1" refType="w"/>
            <dgm:constr type="w" for="ch" forName="parTx" refType="w"/>
            <dgm:constr type="w" for="ch" forName="spVertical2" refType="w"/>
            <dgm:constr type="w" for="ch" forName="spVertical3" refType="w"/>
            <dgm:constr type="w" for="ch" forName="desTx" refType="w"/>
          </dgm:constrLst>
          <dgm:ruleLst/>
          <dgm:layoutNode name="spVertical1">
            <dgm:alg type="sp"/>
            <dgm:shape xmlns:r="http://schemas.openxmlformats.org/officeDocument/2006/relationships" r:blip="">
              <dgm:adjLst/>
            </dgm:shape>
            <dgm:presOf/>
            <dgm:constrLst/>
            <dgm:ruleLst/>
          </dgm:layoutNode>
          <dgm:layoutNode name="parTx" styleLbl="revTx">
            <dgm:varLst>
              <dgm:chMax val="0"/>
              <dgm:chPref val="0"/>
              <dgm:bulletEnabled val="1"/>
            </dgm:varLst>
            <dgm:choose name="Name5">
              <dgm:if name="Name6" axis="root des" ptType="all node" func="maxDepth" op="gt" val="1">
                <dgm:alg type="tx">
                  <dgm:param type="parTxLTRAlign" val="l"/>
                  <dgm:param type="parTxRTLAlign" val="r"/>
                </dgm:alg>
              </dgm:if>
              <dgm:else name="Name7">
                <dgm:alg type="tx">
                  <dgm:param type="parTxLTRAlign" val="ctr"/>
                  <dgm:param type="parTxRTLAlign" val="ctr"/>
                </dgm:alg>
              </dgm:else>
            </dgm:choose>
            <dgm:shape xmlns:r="http://schemas.openxmlformats.org/officeDocument/2006/relationships" type="rect" r:blip="">
              <dgm:adjLst/>
            </dgm:shape>
            <dgm:presOf axis="self" ptType="node"/>
            <dgm:choose name="Name8">
              <dgm:if name="Name9" func="var" arg="dir" op="equ" val="norm">
                <dgm:constrLst>
                  <dgm:constr type="userT"/>
                  <dgm:constr type="h" refType="userT" op="lte"/>
                  <dgm:constr type="tMarg" refType="primFontSz" fact="0.8"/>
                  <dgm:constr type="bMarg" refType="tMarg"/>
                  <dgm:constr type="lMarg"/>
                  <dgm:constr type="rMarg"/>
                </dgm:constrLst>
              </dgm:if>
              <dgm:else name="Name10">
                <dgm:constrLst>
                  <dgm:constr type="userT"/>
                  <dgm:constr type="h" refType="userT" op="lte"/>
                  <dgm:constr type="tMarg" refType="primFontSz" fact="0.8"/>
                  <dgm:constr type="bMarg" refType="tMarg"/>
                  <dgm:constr type="lMarg"/>
                  <dgm:constr type="rMarg"/>
                </dgm:constrLst>
              </dgm:else>
            </dgm:choose>
            <dgm:ruleLst>
              <dgm:rule type="h" val="INF" fact="NaN" max="NaN"/>
            </dgm:ruleLst>
          </dgm:layoutNode>
          <dgm:layoutNode name="spVertical2">
            <dgm:alg type="sp"/>
            <dgm:shape xmlns:r="http://schemas.openxmlformats.org/officeDocument/2006/relationships" r:blip="">
              <dgm:adjLst/>
            </dgm:shape>
            <dgm:presOf/>
            <dgm:constrLst/>
            <dgm:ruleLst/>
          </dgm:layoutNode>
          <dgm:layoutNode name="spVertical3">
            <dgm:alg type="sp"/>
            <dgm:shape xmlns:r="http://schemas.openxmlformats.org/officeDocument/2006/relationships" r:blip="">
              <dgm:adjLst/>
            </dgm:shape>
            <dgm:presOf/>
            <dgm:constrLst/>
            <dgm:ruleLst/>
          </dgm:layoutNode>
          <dgm:choose name="Name11">
            <dgm:if name="Name12" axis="ch" ptType="node" func="cnt" op="gte" val="1">
              <dgm:layoutNode name="desTx" styleLbl="revTx">
                <dgm:varLst>
                  <dgm:bulletEnabled val="1"/>
                </dgm:varLst>
                <dgm:alg type="tx">
                  <dgm:param type="stBulletLvl" val="1"/>
                </dgm:alg>
                <dgm:shape xmlns:r="http://schemas.openxmlformats.org/officeDocument/2006/relationships" type="rect" r:blip="">
                  <dgm:adjLst/>
                </dgm:shape>
                <dgm:presOf axis="des" ptType="node"/>
                <dgm:constrLst>
                  <dgm:constr type="tMarg"/>
                  <dgm:constr type="bMarg"/>
                  <dgm:constr type="rMarg"/>
                  <dgm:constr type="lMarg"/>
                </dgm:constrLst>
                <dgm:ruleLst>
                  <dgm:rule type="h" val="INF" fact="NaN" max="NaN"/>
                </dgm:ruleLst>
              </dgm:layoutNode>
            </dgm:if>
            <dgm:else name="Name13"/>
          </dgm:choose>
        </dgm:layoutNode>
        <dgm:forEach name="Name14" axis="followSib" ptType="sibTrans" cnt="1">
          <dgm:layoutNode name="space">
            <dgm:alg type="sp"/>
            <dgm:shape xmlns:r="http://schemas.openxmlformats.org/officeDocument/2006/relationships" r:blip="">
              <dgm:adjLst/>
            </dgm:shape>
            <dgm:presOf/>
            <dgm:constrLst/>
            <dgm:ruleLst/>
          </dgm:layoutNode>
        </dgm:forEach>
      </dgm:forEach>
      <dgm:layoutNode name="padding2">
        <dgm:alg type="sp"/>
        <dgm:shape xmlns:r="http://schemas.openxmlformats.org/officeDocument/2006/relationships" r:blip="">
          <dgm:adjLst/>
        </dgm:shape>
        <dgm:presOf/>
        <dgm:constrLst/>
        <dgm:ruleLst/>
      </dgm:layoutNode>
      <dgm:layoutNode name="negArrow">
        <dgm:alg type="sp"/>
        <dgm:shape xmlns:r="http://schemas.openxmlformats.org/officeDocument/2006/relationships" r:blip="">
          <dgm:adjLst/>
        </dgm:shape>
        <dgm:presOf/>
        <dgm:constrLst/>
        <dgm:ruleLst/>
      </dgm:layoutNode>
      <dgm:layoutNode name="backgroundArrow" styleLbl="node1">
        <dgm:alg type="sp"/>
        <dgm:choose name="Name15">
          <dgm:if name="Name16" func="var" arg="dir" op="equ" val="norm">
            <dgm:shape xmlns:r="http://schemas.openxmlformats.org/officeDocument/2006/relationships" type="rightArrow" r:blip="">
              <dgm:adjLst/>
            </dgm:shape>
          </dgm:if>
          <dgm:else name="Name17">
            <dgm:shape xmlns:r="http://schemas.openxmlformats.org/officeDocument/2006/relationships" type="leftArrow" r:blip="">
              <dgm:adjLst/>
            </dgm:shape>
          </dgm:else>
        </dgm:choose>
        <dgm:presOf/>
        <dgm:constrLst/>
        <dgm:ruleLst/>
      </dgm:layoutNode>
    </dgm:layoutNode>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7FB8B65A-D69F-C26C-B67E-036EF77BF1F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lang="it-IT" sz="1200"/>
            </a:lvl1pPr>
          </a:lstStyle>
          <a:p>
            <a:pPr rtl="0"/>
            <a:endParaRPr lang="it-IT" dirty="0"/>
          </a:p>
        </p:txBody>
      </p:sp>
      <p:sp>
        <p:nvSpPr>
          <p:cNvPr id="3" name="Segnaposto data 2">
            <a:extLst>
              <a:ext uri="{FF2B5EF4-FFF2-40B4-BE49-F238E27FC236}">
                <a16:creationId xmlns:a16="http://schemas.microsoft.com/office/drawing/2014/main" id="{652B9064-AE57-427F-E5AF-71DE7D52FE6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lang="it-IT" sz="1200"/>
            </a:lvl1pPr>
          </a:lstStyle>
          <a:p>
            <a:pPr rtl="0"/>
            <a:fld id="{6724D395-066A-4F84-B1F6-A3F921994FFC}" type="datetime1">
              <a:rPr lang="it-IT" smtClean="0"/>
              <a:t>28/01/2026</a:t>
            </a:fld>
            <a:endParaRPr lang="it-IT" dirty="0"/>
          </a:p>
        </p:txBody>
      </p:sp>
      <p:sp>
        <p:nvSpPr>
          <p:cNvPr id="4" name="Segnaposto piè di pagina 3">
            <a:extLst>
              <a:ext uri="{FF2B5EF4-FFF2-40B4-BE49-F238E27FC236}">
                <a16:creationId xmlns:a16="http://schemas.microsoft.com/office/drawing/2014/main" id="{8186157A-CEB9-B0FC-3A49-BE950AEAD6F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lang="it-IT" sz="1200"/>
            </a:lvl1pPr>
          </a:lstStyle>
          <a:p>
            <a:pPr rtl="0"/>
            <a:endParaRPr lang="it-IT" dirty="0"/>
          </a:p>
        </p:txBody>
      </p:sp>
      <p:sp>
        <p:nvSpPr>
          <p:cNvPr id="5" name="Segnaposto numero diapositiva 4">
            <a:extLst>
              <a:ext uri="{FF2B5EF4-FFF2-40B4-BE49-F238E27FC236}">
                <a16:creationId xmlns:a16="http://schemas.microsoft.com/office/drawing/2014/main" id="{E0819CA0-A57D-42D7-A625-56C22D0FA7C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lang="it-IT" sz="1200"/>
            </a:lvl1pPr>
          </a:lstStyle>
          <a:p>
            <a:pPr rtl="0"/>
            <a:fld id="{EAFF3A6F-DEFA-45E0-9496-BEE7C2C6F3D0}" type="slidenum">
              <a:rPr lang="it-IT" smtClean="0"/>
              <a:t>‹N›</a:t>
            </a:fld>
            <a:endParaRPr lang="it-IT" dirty="0"/>
          </a:p>
        </p:txBody>
      </p:sp>
    </p:spTree>
    <p:extLst>
      <p:ext uri="{BB962C8B-B14F-4D97-AF65-F5344CB8AC3E}">
        <p14:creationId xmlns:p14="http://schemas.microsoft.com/office/powerpoint/2010/main" val="14060022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lang="it-IT" sz="1200"/>
            </a:lvl1pPr>
          </a:lstStyle>
          <a:p>
            <a:pPr rtl="0"/>
            <a:endParaRPr lang="it-IT" dirty="0"/>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lang="it-IT" sz="1200"/>
            </a:lvl1pPr>
          </a:lstStyle>
          <a:p>
            <a:fld id="{8E5CCF99-E88A-4792-B58A-FDEDC94DDECB}" type="datetime1">
              <a:rPr lang="it-IT" smtClean="0"/>
              <a:pPr/>
              <a:t>28/01/2026</a:t>
            </a:fld>
            <a:endParaRPr lang="it-IT" dirty="0"/>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defPPr>
              <a:defRPr lang="it-IT"/>
            </a:defPPr>
          </a:lstStyle>
          <a:p>
            <a:pPr rtl="0"/>
            <a:endParaRPr lang="it-IT" dirty="0"/>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defPPr>
              <a:defRPr lang="it-IT"/>
            </a:defPPr>
          </a:lstStyle>
          <a:p>
            <a:pPr lvl="0" rtl="0"/>
            <a:r>
              <a:rPr lang="it-IT"/>
              <a:t>Fare clic per modificare lo stile del titolo</a:t>
            </a:r>
          </a:p>
          <a:p>
            <a:pPr lvl="1" rtl="0"/>
            <a:r>
              <a:rPr lang="it-IT"/>
              <a:t>Secondo livello</a:t>
            </a:r>
          </a:p>
          <a:p>
            <a:pPr lvl="2" rtl="0"/>
            <a:r>
              <a:rPr lang="it-IT"/>
              <a:t>Terzo livello</a:t>
            </a:r>
          </a:p>
          <a:p>
            <a:pPr lvl="3" rtl="0"/>
            <a:r>
              <a:rPr lang="it-IT"/>
              <a:t>Quarto livello</a:t>
            </a:r>
          </a:p>
          <a:p>
            <a:pPr lvl="4" rtl="0"/>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lang="it-IT" sz="1200"/>
            </a:lvl1pPr>
          </a:lstStyle>
          <a:p>
            <a:pPr rtl="0"/>
            <a:endParaRPr lang="it-IT" dirty="0"/>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lang="it-IT" sz="1200"/>
            </a:lvl1pPr>
          </a:lstStyle>
          <a:p>
            <a:pPr rtl="0"/>
            <a:fld id="{F97DC217-DF71-1A49-B3EA-559F1F43B0FF}" type="slidenum">
              <a:rPr lang="it-IT" smtClean="0"/>
              <a:t>‹N›</a:t>
            </a:fld>
            <a:endParaRPr lang="it-IT" dirty="0"/>
          </a:p>
        </p:txBody>
      </p:sp>
    </p:spTree>
    <p:extLst>
      <p:ext uri="{BB962C8B-B14F-4D97-AF65-F5344CB8AC3E}">
        <p14:creationId xmlns:p14="http://schemas.microsoft.com/office/powerpoint/2010/main" val="2846425201"/>
      </p:ext>
    </p:extLst>
  </p:cSld>
  <p:clrMap bg1="lt1" tx1="dk1" bg2="lt2" tx2="dk2" accent1="accent1" accent2="accent2" accent3="accent3" accent4="accent4" accent5="accent5" accent6="accent6" hlink="hlink" folHlink="folHlink"/>
  <p:notesStyle>
    <a:lvl1pPr marL="0" algn="l" defTabSz="914400" rtl="0" eaLnBrk="1" latinLnBrk="0" hangingPunct="1">
      <a:defRPr lang="it-IT" sz="1200" kern="1200">
        <a:solidFill>
          <a:schemeClr val="tx1"/>
        </a:solidFill>
        <a:latin typeface="+mn-lt"/>
        <a:ea typeface="+mn-ea"/>
        <a:cs typeface="+mn-cs"/>
      </a:defRPr>
    </a:lvl1pPr>
    <a:lvl2pPr marL="457200" algn="l" defTabSz="914400" rtl="0" eaLnBrk="1" latinLnBrk="0" hangingPunct="1">
      <a:defRPr lang="it-IT" sz="1200" kern="1200">
        <a:solidFill>
          <a:schemeClr val="tx1"/>
        </a:solidFill>
        <a:latin typeface="+mn-lt"/>
        <a:ea typeface="+mn-ea"/>
        <a:cs typeface="+mn-cs"/>
      </a:defRPr>
    </a:lvl2pPr>
    <a:lvl3pPr marL="914400" algn="l" defTabSz="914400" rtl="0" eaLnBrk="1" latinLnBrk="0" hangingPunct="1">
      <a:defRPr lang="it-IT" sz="1200" kern="1200">
        <a:solidFill>
          <a:schemeClr val="tx1"/>
        </a:solidFill>
        <a:latin typeface="+mn-lt"/>
        <a:ea typeface="+mn-ea"/>
        <a:cs typeface="+mn-cs"/>
      </a:defRPr>
    </a:lvl3pPr>
    <a:lvl4pPr marL="1371600" algn="l" defTabSz="914400" rtl="0" eaLnBrk="1" latinLnBrk="0" hangingPunct="1">
      <a:defRPr lang="it-IT" sz="1200" kern="1200">
        <a:solidFill>
          <a:schemeClr val="tx1"/>
        </a:solidFill>
        <a:latin typeface="+mn-lt"/>
        <a:ea typeface="+mn-ea"/>
        <a:cs typeface="+mn-cs"/>
      </a:defRPr>
    </a:lvl4pPr>
    <a:lvl5pPr marL="1828800" algn="l" defTabSz="914400" rtl="0" eaLnBrk="1" latinLnBrk="0" hangingPunct="1">
      <a:defRPr lang="it-IT" sz="1200" kern="1200">
        <a:solidFill>
          <a:schemeClr val="tx1"/>
        </a:solidFill>
        <a:latin typeface="+mn-lt"/>
        <a:ea typeface="+mn-ea"/>
        <a:cs typeface="+mn-cs"/>
      </a:defRPr>
    </a:lvl5pPr>
    <a:lvl6pPr marL="2286000" algn="l" defTabSz="914400" rtl="0" eaLnBrk="1" latinLnBrk="0" hangingPunct="1">
      <a:defRPr lang="it-IT" sz="1200" kern="1200">
        <a:solidFill>
          <a:schemeClr val="tx1"/>
        </a:solidFill>
        <a:latin typeface="+mn-lt"/>
        <a:ea typeface="+mn-ea"/>
        <a:cs typeface="+mn-cs"/>
      </a:defRPr>
    </a:lvl6pPr>
    <a:lvl7pPr marL="2743200" algn="l" defTabSz="914400" rtl="0" eaLnBrk="1" latinLnBrk="0" hangingPunct="1">
      <a:defRPr lang="it-IT" sz="1200" kern="1200">
        <a:solidFill>
          <a:schemeClr val="tx1"/>
        </a:solidFill>
        <a:latin typeface="+mn-lt"/>
        <a:ea typeface="+mn-ea"/>
        <a:cs typeface="+mn-cs"/>
      </a:defRPr>
    </a:lvl7pPr>
    <a:lvl8pPr marL="3200400" algn="l" defTabSz="914400" rtl="0" eaLnBrk="1" latinLnBrk="0" hangingPunct="1">
      <a:defRPr lang="it-IT" sz="1200" kern="1200">
        <a:solidFill>
          <a:schemeClr val="tx1"/>
        </a:solidFill>
        <a:latin typeface="+mn-lt"/>
        <a:ea typeface="+mn-ea"/>
        <a:cs typeface="+mn-cs"/>
      </a:defRPr>
    </a:lvl8pPr>
    <a:lvl9pPr marL="3657600" algn="l" defTabSz="914400" rtl="0" eaLnBrk="1" latinLnBrk="0" hangingPunct="1">
      <a:defRPr lang="it-IT"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rtlCol="0"/>
          <a:lstStyle>
            <a:defPPr>
              <a:defRPr lang="it-IT"/>
            </a:defPPr>
          </a:lstStyle>
          <a:p>
            <a:pPr rtl="0"/>
            <a:endParaRPr lang="it-IT" dirty="0"/>
          </a:p>
        </p:txBody>
      </p:sp>
      <p:sp>
        <p:nvSpPr>
          <p:cNvPr id="4" name="Segnaposto numero diapositiva 3"/>
          <p:cNvSpPr>
            <a:spLocks noGrp="1"/>
          </p:cNvSpPr>
          <p:nvPr>
            <p:ph type="sldNum" sz="quarter" idx="5"/>
          </p:nvPr>
        </p:nvSpPr>
        <p:spPr/>
        <p:txBody>
          <a:bodyPr rtlCol="0"/>
          <a:lstStyle>
            <a:defPPr>
              <a:defRPr lang="it-IT"/>
            </a:defPPr>
          </a:lstStyle>
          <a:p>
            <a:pPr rtl="0"/>
            <a:fld id="{F97DC217-DF71-1A49-B3EA-559F1F43B0FF}" type="slidenum">
              <a:rPr lang="it-IT" smtClean="0"/>
              <a:t>1</a:t>
            </a:fld>
            <a:endParaRPr lang="it-IT" dirty="0"/>
          </a:p>
        </p:txBody>
      </p:sp>
    </p:spTree>
    <p:extLst>
      <p:ext uri="{BB962C8B-B14F-4D97-AF65-F5344CB8AC3E}">
        <p14:creationId xmlns:p14="http://schemas.microsoft.com/office/powerpoint/2010/main" val="21693858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rtlCol="0"/>
          <a:lstStyle>
            <a:defPPr>
              <a:defRPr lang="it-IT"/>
            </a:defPPr>
          </a:lstStyle>
          <a:p>
            <a:pPr rtl="0"/>
            <a:endParaRPr lang="it-IT" dirty="0"/>
          </a:p>
        </p:txBody>
      </p:sp>
      <p:sp>
        <p:nvSpPr>
          <p:cNvPr id="4" name="Segnaposto numero diapositiva 3"/>
          <p:cNvSpPr>
            <a:spLocks noGrp="1"/>
          </p:cNvSpPr>
          <p:nvPr>
            <p:ph type="sldNum" sz="quarter" idx="5"/>
          </p:nvPr>
        </p:nvSpPr>
        <p:spPr/>
        <p:txBody>
          <a:bodyPr rtlCol="0"/>
          <a:lstStyle>
            <a:defPPr>
              <a:defRPr lang="it-IT"/>
            </a:defPPr>
          </a:lstStyle>
          <a:p>
            <a:pPr rtl="0"/>
            <a:fld id="{F97DC217-DF71-1A49-B3EA-559F1F43B0FF}" type="slidenum">
              <a:rPr lang="it-IT" smtClean="0"/>
              <a:t>2</a:t>
            </a:fld>
            <a:endParaRPr lang="it-IT" dirty="0"/>
          </a:p>
        </p:txBody>
      </p:sp>
    </p:spTree>
    <p:extLst>
      <p:ext uri="{BB962C8B-B14F-4D97-AF65-F5344CB8AC3E}">
        <p14:creationId xmlns:p14="http://schemas.microsoft.com/office/powerpoint/2010/main" val="29152478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F43A8-3663-63DA-F6C1-7E8AF73720C8}"/>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933B34DF-A2A3-51A7-1894-5DF4E7A580D9}"/>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3D686E4D-FE55-5EA2-9580-5B27EE065465}"/>
              </a:ext>
            </a:extLst>
          </p:cNvPr>
          <p:cNvSpPr>
            <a:spLocks noGrp="1"/>
          </p:cNvSpPr>
          <p:nvPr>
            <p:ph type="body" idx="1"/>
          </p:nvPr>
        </p:nvSpPr>
        <p:spPr/>
        <p:txBody>
          <a:bodyPr rtlCol="0"/>
          <a:lstStyle>
            <a:defPPr>
              <a:defRPr lang="it-IT"/>
            </a:defPPr>
          </a:lstStyle>
          <a:p>
            <a:pPr rtl="0"/>
            <a:endParaRPr lang="it-IT" dirty="0"/>
          </a:p>
        </p:txBody>
      </p:sp>
      <p:sp>
        <p:nvSpPr>
          <p:cNvPr id="4" name="Segnaposto numero diapositiva 3">
            <a:extLst>
              <a:ext uri="{FF2B5EF4-FFF2-40B4-BE49-F238E27FC236}">
                <a16:creationId xmlns:a16="http://schemas.microsoft.com/office/drawing/2014/main" id="{0A283BF9-699E-4F3F-C70F-5E24C3432B14}"/>
              </a:ext>
            </a:extLst>
          </p:cNvPr>
          <p:cNvSpPr>
            <a:spLocks noGrp="1"/>
          </p:cNvSpPr>
          <p:nvPr>
            <p:ph type="sldNum" sz="quarter" idx="5"/>
          </p:nvPr>
        </p:nvSpPr>
        <p:spPr/>
        <p:txBody>
          <a:bodyPr rtlCol="0"/>
          <a:lstStyle>
            <a:defPPr>
              <a:defRPr lang="it-IT"/>
            </a:defPPr>
          </a:lstStyle>
          <a:p>
            <a:pPr rtl="0"/>
            <a:fld id="{F97DC217-DF71-1A49-B3EA-559F1F43B0FF}" type="slidenum">
              <a:rPr lang="it-IT" smtClean="0"/>
              <a:t>4</a:t>
            </a:fld>
            <a:endParaRPr lang="it-IT" dirty="0"/>
          </a:p>
        </p:txBody>
      </p:sp>
    </p:spTree>
    <p:extLst>
      <p:ext uri="{BB962C8B-B14F-4D97-AF65-F5344CB8AC3E}">
        <p14:creationId xmlns:p14="http://schemas.microsoft.com/office/powerpoint/2010/main" val="86719060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rtlCol="0"/>
          <a:lstStyle>
            <a:defPPr>
              <a:defRPr lang="it-IT"/>
            </a:defPPr>
          </a:lstStyle>
          <a:p>
            <a:pPr rtl="0"/>
            <a:endParaRPr lang="it-IT" dirty="0"/>
          </a:p>
        </p:txBody>
      </p:sp>
      <p:sp>
        <p:nvSpPr>
          <p:cNvPr id="4" name="Segnaposto numero diapositiva 3"/>
          <p:cNvSpPr>
            <a:spLocks noGrp="1"/>
          </p:cNvSpPr>
          <p:nvPr>
            <p:ph type="sldNum" sz="quarter" idx="5"/>
          </p:nvPr>
        </p:nvSpPr>
        <p:spPr/>
        <p:txBody>
          <a:bodyPr rtlCol="0"/>
          <a:lstStyle>
            <a:defPPr>
              <a:defRPr lang="it-IT"/>
            </a:defPPr>
          </a:lstStyle>
          <a:p>
            <a:pPr rtl="0"/>
            <a:fld id="{F97DC217-DF71-1A49-B3EA-559F1F43B0FF}" type="slidenum">
              <a:rPr lang="it-IT" smtClean="0"/>
              <a:t>5</a:t>
            </a:fld>
            <a:endParaRPr lang="it-IT" dirty="0"/>
          </a:p>
        </p:txBody>
      </p:sp>
    </p:spTree>
    <p:extLst>
      <p:ext uri="{BB962C8B-B14F-4D97-AF65-F5344CB8AC3E}">
        <p14:creationId xmlns:p14="http://schemas.microsoft.com/office/powerpoint/2010/main" val="41947933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BDB7BC-EA61-EE7C-3A52-D15CAB3EFED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93752D95-12D0-2CB6-479C-ED35F8B45922}"/>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EBB98F56-EDAD-7890-0E11-147FB8965488}"/>
              </a:ext>
            </a:extLst>
          </p:cNvPr>
          <p:cNvSpPr>
            <a:spLocks noGrp="1"/>
          </p:cNvSpPr>
          <p:nvPr>
            <p:ph type="body" idx="1"/>
          </p:nvPr>
        </p:nvSpPr>
        <p:spPr/>
        <p:txBody>
          <a:bodyPr rtlCol="0"/>
          <a:lstStyle>
            <a:defPPr>
              <a:defRPr lang="it-IT"/>
            </a:defPPr>
          </a:lstStyle>
          <a:p>
            <a:pPr rtl="0"/>
            <a:endParaRPr lang="it-IT" dirty="0"/>
          </a:p>
        </p:txBody>
      </p:sp>
      <p:sp>
        <p:nvSpPr>
          <p:cNvPr id="4" name="Segnaposto numero diapositiva 3">
            <a:extLst>
              <a:ext uri="{FF2B5EF4-FFF2-40B4-BE49-F238E27FC236}">
                <a16:creationId xmlns:a16="http://schemas.microsoft.com/office/drawing/2014/main" id="{8D62F8D6-3116-754B-BFB4-F26DFE294BA0}"/>
              </a:ext>
            </a:extLst>
          </p:cNvPr>
          <p:cNvSpPr>
            <a:spLocks noGrp="1"/>
          </p:cNvSpPr>
          <p:nvPr>
            <p:ph type="sldNum" sz="quarter" idx="5"/>
          </p:nvPr>
        </p:nvSpPr>
        <p:spPr/>
        <p:txBody>
          <a:bodyPr rtlCol="0"/>
          <a:lstStyle>
            <a:defPPr>
              <a:defRPr lang="it-IT"/>
            </a:defPPr>
          </a:lstStyle>
          <a:p>
            <a:pPr rtl="0"/>
            <a:fld id="{F97DC217-DF71-1A49-B3EA-559F1F43B0FF}" type="slidenum">
              <a:rPr lang="it-IT" smtClean="0"/>
              <a:t>6</a:t>
            </a:fld>
            <a:endParaRPr lang="it-IT" dirty="0"/>
          </a:p>
        </p:txBody>
      </p:sp>
    </p:spTree>
    <p:extLst>
      <p:ext uri="{BB962C8B-B14F-4D97-AF65-F5344CB8AC3E}">
        <p14:creationId xmlns:p14="http://schemas.microsoft.com/office/powerpoint/2010/main" val="30833053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rtlCol="0"/>
          <a:lstStyle>
            <a:defPPr>
              <a:defRPr lang="it-IT"/>
            </a:defPPr>
          </a:lstStyle>
          <a:p>
            <a:pPr rtl="0"/>
            <a:endParaRPr lang="it-IT" dirty="0"/>
          </a:p>
        </p:txBody>
      </p:sp>
      <p:sp>
        <p:nvSpPr>
          <p:cNvPr id="4" name="Segnaposto numero diapositiva 3"/>
          <p:cNvSpPr>
            <a:spLocks noGrp="1"/>
          </p:cNvSpPr>
          <p:nvPr>
            <p:ph type="sldNum" sz="quarter" idx="5"/>
          </p:nvPr>
        </p:nvSpPr>
        <p:spPr/>
        <p:txBody>
          <a:bodyPr rtlCol="0"/>
          <a:lstStyle>
            <a:defPPr>
              <a:defRPr lang="it-IT"/>
            </a:defPPr>
          </a:lstStyle>
          <a:p>
            <a:pPr rtl="0"/>
            <a:fld id="{F97DC217-DF71-1A49-B3EA-559F1F43B0FF}" type="slidenum">
              <a:rPr lang="it-IT" smtClean="0"/>
              <a:t>7</a:t>
            </a:fld>
            <a:endParaRPr lang="it-IT" dirty="0"/>
          </a:p>
        </p:txBody>
      </p:sp>
    </p:spTree>
    <p:extLst>
      <p:ext uri="{BB962C8B-B14F-4D97-AF65-F5344CB8AC3E}">
        <p14:creationId xmlns:p14="http://schemas.microsoft.com/office/powerpoint/2010/main" val="16390868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pPr rtl="0"/>
            <a:fld id="{F97DC217-DF71-1A49-B3EA-559F1F43B0FF}" type="slidenum">
              <a:rPr lang="it-IT" smtClean="0"/>
              <a:t>8</a:t>
            </a:fld>
            <a:endParaRPr lang="it-IT" dirty="0"/>
          </a:p>
        </p:txBody>
      </p:sp>
    </p:spTree>
    <p:extLst>
      <p:ext uri="{BB962C8B-B14F-4D97-AF65-F5344CB8AC3E}">
        <p14:creationId xmlns:p14="http://schemas.microsoft.com/office/powerpoint/2010/main" val="42505599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rtlCol="0"/>
          <a:lstStyle>
            <a:defPPr>
              <a:defRPr lang="it-IT"/>
            </a:defPPr>
          </a:lstStyle>
          <a:p>
            <a:pPr rtl="0"/>
            <a:endParaRPr lang="it-IT" dirty="0"/>
          </a:p>
        </p:txBody>
      </p:sp>
      <p:sp>
        <p:nvSpPr>
          <p:cNvPr id="4" name="Segnaposto numero diapositiva 3"/>
          <p:cNvSpPr>
            <a:spLocks noGrp="1"/>
          </p:cNvSpPr>
          <p:nvPr>
            <p:ph type="sldNum" sz="quarter" idx="5"/>
          </p:nvPr>
        </p:nvSpPr>
        <p:spPr/>
        <p:txBody>
          <a:bodyPr rtlCol="0"/>
          <a:lstStyle>
            <a:defPPr>
              <a:defRPr lang="it-IT"/>
            </a:defPPr>
          </a:lstStyle>
          <a:p>
            <a:pPr rtl="0"/>
            <a:fld id="{F97DC217-DF71-1A49-B3EA-559F1F43B0FF}" type="slidenum">
              <a:rPr lang="it-IT" smtClean="0"/>
              <a:t>10</a:t>
            </a:fld>
            <a:endParaRPr lang="it-IT" dirty="0"/>
          </a:p>
        </p:txBody>
      </p:sp>
    </p:spTree>
    <p:extLst>
      <p:ext uri="{BB962C8B-B14F-4D97-AF65-F5344CB8AC3E}">
        <p14:creationId xmlns:p14="http://schemas.microsoft.com/office/powerpoint/2010/main" val="3990086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a titolo">
    <p:spTree>
      <p:nvGrpSpPr>
        <p:cNvPr id="1" name=""/>
        <p:cNvGrpSpPr/>
        <p:nvPr/>
      </p:nvGrpSpPr>
      <p:grpSpPr>
        <a:xfrm>
          <a:off x="0" y="0"/>
          <a:ext cx="0" cy="0"/>
          <a:chOff x="0" y="0"/>
          <a:chExt cx="0" cy="0"/>
        </a:xfrm>
      </p:grpSpPr>
      <p:sp>
        <p:nvSpPr>
          <p:cNvPr id="4" name="Rettangolo 3">
            <a:extLst>
              <a:ext uri="{FF2B5EF4-FFF2-40B4-BE49-F238E27FC236}">
                <a16:creationId xmlns:a16="http://schemas.microsoft.com/office/drawing/2014/main" id="{9AC79249-FDC0-364D-A734-AE1DE1605D28}"/>
              </a:ext>
              <a:ext uri="{C183D7F6-B498-43B3-948B-1728B52AA6E4}">
                <adec:decorative xmlns:adec="http://schemas.microsoft.com/office/drawing/2017/decorative" val="1"/>
              </a:ext>
            </a:extLst>
          </p:cNvPr>
          <p:cNvSpPr/>
          <p:nvPr userDrawn="1"/>
        </p:nvSpPr>
        <p:spPr>
          <a:xfrm>
            <a:off x="0" y="4572000"/>
            <a:ext cx="12192000" cy="228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it-IT"/>
            </a:defPPr>
          </a:lstStyle>
          <a:p>
            <a:pPr algn="ctr" rtl="0"/>
            <a:endParaRPr lang="it-IT" dirty="0"/>
          </a:p>
        </p:txBody>
      </p:sp>
      <p:grpSp>
        <p:nvGrpSpPr>
          <p:cNvPr id="7" name="Gruppo 6">
            <a:extLst>
              <a:ext uri="{FF2B5EF4-FFF2-40B4-BE49-F238E27FC236}">
                <a16:creationId xmlns:a16="http://schemas.microsoft.com/office/drawing/2014/main" id="{13537B6D-42A5-F449-2691-321A167F7C08}"/>
              </a:ext>
              <a:ext uri="{C183D7F6-B498-43B3-948B-1728B52AA6E4}">
                <adec:decorative xmlns:adec="http://schemas.microsoft.com/office/drawing/2017/decorative" val="1"/>
              </a:ext>
            </a:extLst>
          </p:cNvPr>
          <p:cNvGrpSpPr/>
          <p:nvPr userDrawn="1"/>
        </p:nvGrpSpPr>
        <p:grpSpPr>
          <a:xfrm>
            <a:off x="0" y="-3419"/>
            <a:ext cx="12192000" cy="6861419"/>
            <a:chOff x="0" y="-3419"/>
            <a:chExt cx="12192000" cy="6861419"/>
          </a:xfrm>
        </p:grpSpPr>
        <p:sp>
          <p:nvSpPr>
            <p:cNvPr id="5" name="Ovale 4">
              <a:extLst>
                <a:ext uri="{FF2B5EF4-FFF2-40B4-BE49-F238E27FC236}">
                  <a16:creationId xmlns:a16="http://schemas.microsoft.com/office/drawing/2014/main" id="{902465C8-266D-104C-9C49-323DF4A8277E}"/>
                </a:ext>
              </a:extLst>
            </p:cNvPr>
            <p:cNvSpPr/>
            <p:nvPr userDrawn="1"/>
          </p:nvSpPr>
          <p:spPr>
            <a:xfrm>
              <a:off x="583746" y="4960030"/>
              <a:ext cx="1551214" cy="1551214"/>
            </a:xfrm>
            <a:prstGeom prst="ellipse">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it-IT"/>
              </a:defPPr>
            </a:lstStyle>
            <a:p>
              <a:pPr algn="ctr" rtl="0"/>
              <a:endParaRPr lang="it-IT" dirty="0"/>
            </a:p>
          </p:txBody>
        </p:sp>
        <p:sp>
          <p:nvSpPr>
            <p:cNvPr id="11" name="Figura a mano libera 10">
              <a:extLst>
                <a:ext uri="{FF2B5EF4-FFF2-40B4-BE49-F238E27FC236}">
                  <a16:creationId xmlns:a16="http://schemas.microsoft.com/office/drawing/2014/main" id="{37979A1C-BF60-B345-A664-2E4F7A3461EB}"/>
                </a:ext>
              </a:extLst>
            </p:cNvPr>
            <p:cNvSpPr/>
            <p:nvPr userDrawn="1"/>
          </p:nvSpPr>
          <p:spPr>
            <a:xfrm>
              <a:off x="1" y="4571999"/>
              <a:ext cx="1118508" cy="1118508"/>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p>
          </p:txBody>
        </p:sp>
        <p:sp>
          <p:nvSpPr>
            <p:cNvPr id="9" name="Figura a mano libera 8">
              <a:extLst>
                <a:ext uri="{FF2B5EF4-FFF2-40B4-BE49-F238E27FC236}">
                  <a16:creationId xmlns:a16="http://schemas.microsoft.com/office/drawing/2014/main" id="{58080B3E-915C-2D4C-8608-596E1BFD6387}"/>
                </a:ext>
              </a:extLst>
            </p:cNvPr>
            <p:cNvSpPr/>
            <p:nvPr userDrawn="1"/>
          </p:nvSpPr>
          <p:spPr>
            <a:xfrm>
              <a:off x="1" y="5739492"/>
              <a:ext cx="1118508" cy="1118508"/>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p>
          </p:txBody>
        </p:sp>
        <p:grpSp>
          <p:nvGrpSpPr>
            <p:cNvPr id="6" name="Gruppo 5">
              <a:extLst>
                <a:ext uri="{FF2B5EF4-FFF2-40B4-BE49-F238E27FC236}">
                  <a16:creationId xmlns:a16="http://schemas.microsoft.com/office/drawing/2014/main" id="{F15FBB50-09C8-B64E-AE57-67C5E70810CB}"/>
                </a:ext>
              </a:extLst>
            </p:cNvPr>
            <p:cNvGrpSpPr/>
            <p:nvPr userDrawn="1"/>
          </p:nvGrpSpPr>
          <p:grpSpPr>
            <a:xfrm>
              <a:off x="8264427" y="-3419"/>
              <a:ext cx="3927573" cy="3165022"/>
              <a:chOff x="9857014" y="13834"/>
              <a:chExt cx="2334986" cy="1881641"/>
            </a:xfrm>
          </p:grpSpPr>
          <p:sp>
            <p:nvSpPr>
              <p:cNvPr id="15" name="Figura a mano libera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p>
            </p:txBody>
          </p:sp>
          <p:sp>
            <p:nvSpPr>
              <p:cNvPr id="16" name="Figura a mano libera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p>
            </p:txBody>
          </p:sp>
        </p:grpSp>
        <p:sp>
          <p:nvSpPr>
            <p:cNvPr id="22" name="Figura a mano libera 21">
              <a:extLst>
                <a:ext uri="{FF2B5EF4-FFF2-40B4-BE49-F238E27FC236}">
                  <a16:creationId xmlns:a16="http://schemas.microsoft.com/office/drawing/2014/main" id="{BC68F289-2744-2F48-893A-3F17911625C8}"/>
                </a:ext>
              </a:extLst>
            </p:cNvPr>
            <p:cNvSpPr/>
            <p:nvPr userDrawn="1"/>
          </p:nvSpPr>
          <p:spPr>
            <a:xfrm>
              <a:off x="0" y="-1"/>
              <a:ext cx="1167493" cy="1167493"/>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p>
          </p:txBody>
        </p:sp>
        <p:sp>
          <p:nvSpPr>
            <p:cNvPr id="28" name="Figura a mano libera 27">
              <a:extLst>
                <a:ext uri="{FF2B5EF4-FFF2-40B4-BE49-F238E27FC236}">
                  <a16:creationId xmlns:a16="http://schemas.microsoft.com/office/drawing/2014/main" id="{9E240E8A-950E-7946-826C-415CB5DACA43}"/>
                </a:ext>
              </a:extLst>
            </p:cNvPr>
            <p:cNvSpPr/>
            <p:nvPr userDrawn="1"/>
          </p:nvSpPr>
          <p:spPr>
            <a:xfrm>
              <a:off x="11024507" y="4580708"/>
              <a:ext cx="1167493" cy="2277292"/>
            </a:xfrm>
            <a:custGeom>
              <a:avLst/>
              <a:gdLst>
                <a:gd name="connsiteX0" fmla="*/ 1167473 w 1167493"/>
                <a:gd name="connsiteY0" fmla="*/ 0 h 2272167"/>
                <a:gd name="connsiteX1" fmla="*/ 1167493 w 1167493"/>
                <a:gd name="connsiteY1" fmla="*/ 0 h 2272167"/>
                <a:gd name="connsiteX2" fmla="*/ 1167493 w 1167493"/>
                <a:gd name="connsiteY2" fmla="*/ 492960 h 2272167"/>
                <a:gd name="connsiteX3" fmla="*/ 1167493 w 1167493"/>
                <a:gd name="connsiteY3" fmla="*/ 720385 h 2272167"/>
                <a:gd name="connsiteX4" fmla="*/ 1167493 w 1167493"/>
                <a:gd name="connsiteY4" fmla="*/ 2272167 h 2272167"/>
                <a:gd name="connsiteX5" fmla="*/ 0 w 1167493"/>
                <a:gd name="connsiteY5" fmla="*/ 2272167 h 2272167"/>
                <a:gd name="connsiteX6" fmla="*/ 0 w 1167493"/>
                <a:gd name="connsiteY6" fmla="*/ 1898074 h 2272167"/>
                <a:gd name="connsiteX7" fmla="*/ 0 w 1167493"/>
                <a:gd name="connsiteY7" fmla="*/ 1271597 h 2272167"/>
                <a:gd name="connsiteX8" fmla="*/ 0 w 1167493"/>
                <a:gd name="connsiteY8" fmla="*/ 1177688 h 2272167"/>
                <a:gd name="connsiteX9" fmla="*/ 1048124 w 1167493"/>
                <a:gd name="connsiteY9" fmla="*/ 6080 h 2272167"/>
                <a:gd name="connsiteX10" fmla="*/ 1167473 w 1167493"/>
                <a:gd name="connsiteY10" fmla="*/ 0 h 2272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67493" h="2272167">
                  <a:moveTo>
                    <a:pt x="1167473" y="0"/>
                  </a:moveTo>
                  <a:lnTo>
                    <a:pt x="1167493" y="0"/>
                  </a:lnTo>
                  <a:lnTo>
                    <a:pt x="1167493" y="492960"/>
                  </a:lnTo>
                  <a:lnTo>
                    <a:pt x="1167493" y="720385"/>
                  </a:lnTo>
                  <a:lnTo>
                    <a:pt x="1167493" y="2272167"/>
                  </a:lnTo>
                  <a:lnTo>
                    <a:pt x="0" y="2272167"/>
                  </a:lnTo>
                  <a:lnTo>
                    <a:pt x="0" y="1898074"/>
                  </a:lnTo>
                  <a:lnTo>
                    <a:pt x="0" y="1271597"/>
                  </a:lnTo>
                  <a:lnTo>
                    <a:pt x="0" y="1177688"/>
                  </a:lnTo>
                  <a:cubicBezTo>
                    <a:pt x="0" y="567919"/>
                    <a:pt x="459408" y="66389"/>
                    <a:pt x="1048124" y="6080"/>
                  </a:cubicBezTo>
                  <a:lnTo>
                    <a:pt x="1167473"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p>
          </p:txBody>
        </p:sp>
      </p:grpSp>
      <p:sp>
        <p:nvSpPr>
          <p:cNvPr id="2" name="Titolo 1">
            <a:extLst>
              <a:ext uri="{FF2B5EF4-FFF2-40B4-BE49-F238E27FC236}">
                <a16:creationId xmlns:a16="http://schemas.microsoft.com/office/drawing/2014/main" id="{494248F2-5264-4601-AA0B-6C092F77F2DD}"/>
              </a:ext>
            </a:extLst>
          </p:cNvPr>
          <p:cNvSpPr>
            <a:spLocks noGrp="1"/>
          </p:cNvSpPr>
          <p:nvPr>
            <p:ph type="ctrTitle" hasCustomPrompt="1"/>
          </p:nvPr>
        </p:nvSpPr>
        <p:spPr>
          <a:xfrm>
            <a:off x="1167493" y="232913"/>
            <a:ext cx="7096933" cy="3830130"/>
          </a:xfrm>
        </p:spPr>
        <p:txBody>
          <a:bodyPr rtlCol="0" anchor="b">
            <a:noAutofit/>
          </a:bodyPr>
          <a:lstStyle>
            <a:lvl1pPr algn="l">
              <a:defRPr lang="it-IT" sz="6000" b="1">
                <a:latin typeface="+mj-lt"/>
              </a:defRPr>
            </a:lvl1pPr>
          </a:lstStyle>
          <a:p>
            <a:pPr rtl="0"/>
            <a:r>
              <a:rPr lang="it-IT"/>
              <a:t>Fare clic per inserire il titolo</a:t>
            </a:r>
          </a:p>
        </p:txBody>
      </p:sp>
    </p:spTree>
    <p:extLst>
      <p:ext uri="{BB962C8B-B14F-4D97-AF65-F5344CB8AC3E}">
        <p14:creationId xmlns:p14="http://schemas.microsoft.com/office/powerpoint/2010/main" val="29164985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grpSp>
        <p:nvGrpSpPr>
          <p:cNvPr id="13" name="Gruppo 12">
            <a:extLst>
              <a:ext uri="{FF2B5EF4-FFF2-40B4-BE49-F238E27FC236}">
                <a16:creationId xmlns:a16="http://schemas.microsoft.com/office/drawing/2014/main" id="{AC10D125-AB73-D276-4947-94204736A30D}"/>
              </a:ext>
              <a:ext uri="{C183D7F6-B498-43B3-948B-1728B52AA6E4}">
                <adec:decorative xmlns:adec="http://schemas.microsoft.com/office/drawing/2017/decorative" val="1"/>
              </a:ext>
            </a:extLst>
          </p:cNvPr>
          <p:cNvGrpSpPr/>
          <p:nvPr userDrawn="1"/>
        </p:nvGrpSpPr>
        <p:grpSpPr>
          <a:xfrm>
            <a:off x="1" y="0"/>
            <a:ext cx="12191999" cy="6858000"/>
            <a:chOff x="1" y="0"/>
            <a:chExt cx="12191999" cy="6858000"/>
          </a:xfrm>
        </p:grpSpPr>
        <p:sp>
          <p:nvSpPr>
            <p:cNvPr id="4" name="Figura a mano libera 3">
              <a:extLst>
                <a:ext uri="{FF2B5EF4-FFF2-40B4-BE49-F238E27FC236}">
                  <a16:creationId xmlns:a16="http://schemas.microsoft.com/office/drawing/2014/main" id="{6A7F6A3F-E1DD-A246-9A6D-5F9B18BA2588}"/>
                </a:ext>
                <a:ext uri="{C183D7F6-B498-43B3-948B-1728B52AA6E4}">
                  <adec:decorative xmlns:adec="http://schemas.microsoft.com/office/drawing/2017/decorative" val="1"/>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p>
          </p:txBody>
        </p:sp>
        <p:sp>
          <p:nvSpPr>
            <p:cNvPr id="5" name="Figura a mano libera 4">
              <a:extLst>
                <a:ext uri="{FF2B5EF4-FFF2-40B4-BE49-F238E27FC236}">
                  <a16:creationId xmlns:a16="http://schemas.microsoft.com/office/drawing/2014/main" id="{055FD0FC-C8FF-6741-A364-A29CDC6F9495}"/>
                </a:ext>
                <a:ext uri="{C183D7F6-B498-43B3-948B-1728B52AA6E4}">
                  <adec:decorative xmlns:adec="http://schemas.microsoft.com/office/drawing/2017/decorative" val="1"/>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latin typeface="+mn-lt"/>
              </a:endParaRPr>
            </a:p>
          </p:txBody>
        </p:sp>
        <p:sp>
          <p:nvSpPr>
            <p:cNvPr id="6" name="Figura a mano libera 5">
              <a:extLst>
                <a:ext uri="{FF2B5EF4-FFF2-40B4-BE49-F238E27FC236}">
                  <a16:creationId xmlns:a16="http://schemas.microsoft.com/office/drawing/2014/main" id="{D11C9832-A021-954E-A34F-2988D1189AE9}"/>
                </a:ext>
                <a:ext uri="{C183D7F6-B498-43B3-948B-1728B52AA6E4}">
                  <adec:decorative xmlns:adec="http://schemas.microsoft.com/office/drawing/2017/decorative" val="1"/>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p>
          </p:txBody>
        </p:sp>
        <p:grpSp>
          <p:nvGrpSpPr>
            <p:cNvPr id="9" name="Gruppo 8">
              <a:extLst>
                <a:ext uri="{FF2B5EF4-FFF2-40B4-BE49-F238E27FC236}">
                  <a16:creationId xmlns:a16="http://schemas.microsoft.com/office/drawing/2014/main" id="{9861BC34-DFBF-2D4F-B463-FCFBC08391FF}"/>
                </a:ext>
                <a:ext uri="{C183D7F6-B498-43B3-948B-1728B52AA6E4}">
                  <adec:decorative xmlns:adec="http://schemas.microsoft.com/office/drawing/2017/decorative" val="1"/>
                </a:ext>
              </a:extLst>
            </p:cNvPr>
            <p:cNvGrpSpPr/>
            <p:nvPr userDrawn="1"/>
          </p:nvGrpSpPr>
          <p:grpSpPr>
            <a:xfrm>
              <a:off x="8082092" y="5590903"/>
              <a:ext cx="1572380" cy="1267097"/>
              <a:chOff x="7413403" y="4976359"/>
              <a:chExt cx="2334986" cy="1881641"/>
            </a:xfrm>
          </p:grpSpPr>
          <p:sp>
            <p:nvSpPr>
              <p:cNvPr id="7" name="Figura a mano libera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latin typeface="+mn-lt"/>
                </a:endParaRPr>
              </a:p>
            </p:txBody>
          </p:sp>
          <p:sp>
            <p:nvSpPr>
              <p:cNvPr id="8" name="Figura a mano libera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latin typeface="+mn-lt"/>
                </a:endParaRPr>
              </a:p>
            </p:txBody>
          </p:sp>
        </p:grpSp>
      </p:grpSp>
      <p:sp>
        <p:nvSpPr>
          <p:cNvPr id="2" name="Titolo 1">
            <a:extLst>
              <a:ext uri="{FF2B5EF4-FFF2-40B4-BE49-F238E27FC236}">
                <a16:creationId xmlns:a16="http://schemas.microsoft.com/office/drawing/2014/main" id="{3CD97974-B93C-4C96-B3F6-F69E3D6DE6CA}"/>
              </a:ext>
            </a:extLst>
          </p:cNvPr>
          <p:cNvSpPr>
            <a:spLocks noGrp="1"/>
          </p:cNvSpPr>
          <p:nvPr>
            <p:ph type="title" hasCustomPrompt="1"/>
          </p:nvPr>
        </p:nvSpPr>
        <p:spPr>
          <a:xfrm>
            <a:off x="1158864" y="102021"/>
            <a:ext cx="9779183" cy="1744415"/>
          </a:xfrm>
        </p:spPr>
        <p:txBody>
          <a:bodyPr rtlCol="0" anchor="b">
            <a:noAutofit/>
          </a:bodyPr>
          <a:lstStyle>
            <a:lvl1pPr>
              <a:defRPr lang="it-IT" sz="4200" b="1">
                <a:latin typeface="+mj-lt"/>
              </a:defRPr>
            </a:lvl1pPr>
          </a:lstStyle>
          <a:p>
            <a:pPr rtl="0"/>
            <a:r>
              <a:rPr lang="it-IT"/>
              <a:t>Fare clic per inserire il titolo</a:t>
            </a:r>
          </a:p>
        </p:txBody>
      </p:sp>
      <p:sp>
        <p:nvSpPr>
          <p:cNvPr id="3" name="Segnaposto contenuto 2">
            <a:extLst>
              <a:ext uri="{FF2B5EF4-FFF2-40B4-BE49-F238E27FC236}">
                <a16:creationId xmlns:a16="http://schemas.microsoft.com/office/drawing/2014/main" id="{8A6FC6F2-80B4-49A7-9448-33FE2DF0E967}"/>
              </a:ext>
            </a:extLst>
          </p:cNvPr>
          <p:cNvSpPr>
            <a:spLocks noGrp="1"/>
          </p:cNvSpPr>
          <p:nvPr>
            <p:ph idx="1" hasCustomPrompt="1"/>
          </p:nvPr>
        </p:nvSpPr>
        <p:spPr>
          <a:xfrm>
            <a:off x="1158865" y="2017467"/>
            <a:ext cx="9779182" cy="3366815"/>
          </a:xfrm>
        </p:spPr>
        <p:txBody>
          <a:bodyPr rtlCol="0">
            <a:normAutofit/>
          </a:bodyPr>
          <a:lstStyle>
            <a:lvl1pPr marL="0" indent="0">
              <a:buNone/>
              <a:defRPr lang="it-IT">
                <a:latin typeface="+mn-lt"/>
              </a:defRPr>
            </a:lvl1pPr>
            <a:lvl2pPr marL="457200" indent="0">
              <a:buNone/>
              <a:defRPr lang="it-IT">
                <a:latin typeface="+mn-lt"/>
              </a:defRPr>
            </a:lvl2pPr>
            <a:lvl3pPr marL="914400" indent="0">
              <a:buNone/>
              <a:defRPr lang="it-IT">
                <a:latin typeface="+mn-lt"/>
              </a:defRPr>
            </a:lvl3pPr>
            <a:lvl4pPr marL="1371600" indent="0">
              <a:buNone/>
              <a:defRPr lang="it-IT">
                <a:latin typeface="+mn-lt"/>
              </a:defRPr>
            </a:lvl4pPr>
            <a:lvl5pPr marL="1828800" indent="0">
              <a:buNone/>
              <a:defRPr lang="it-IT">
                <a:latin typeface="+mn-lt"/>
              </a:defRPr>
            </a:lvl5pPr>
          </a:lstStyle>
          <a:p>
            <a:pPr lvl="0" rtl="0"/>
            <a:r>
              <a:rPr lang="it-IT"/>
              <a:t>Fare clic per inserire il testo</a:t>
            </a:r>
          </a:p>
          <a:p>
            <a:pPr lvl="1" rtl="0"/>
            <a:r>
              <a:rPr lang="it-IT"/>
              <a:t>Secondo livello</a:t>
            </a:r>
          </a:p>
          <a:p>
            <a:pPr lvl="2" rtl="0"/>
            <a:r>
              <a:rPr lang="it-IT"/>
              <a:t>Terzo livello</a:t>
            </a:r>
          </a:p>
          <a:p>
            <a:pPr lvl="3" rtl="0"/>
            <a:r>
              <a:rPr lang="it-IT"/>
              <a:t>Quarto livello</a:t>
            </a:r>
          </a:p>
          <a:p>
            <a:pPr lvl="4" rtl="0"/>
            <a:r>
              <a:rPr lang="it-IT"/>
              <a:t>Quinto livello</a:t>
            </a:r>
          </a:p>
        </p:txBody>
      </p:sp>
      <p:sp>
        <p:nvSpPr>
          <p:cNvPr id="10" name="Segnaposto data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lang="it-IT" sz="1200">
                <a:solidFill>
                  <a:schemeClr val="accent3"/>
                </a:solidFill>
                <a:latin typeface="+mn-lt"/>
              </a:defRPr>
            </a:lvl1pPr>
          </a:lstStyle>
          <a:p>
            <a:pPr rtl="0"/>
            <a:r>
              <a:rPr lang="it-IT"/>
              <a:t>08/09/20XX</a:t>
            </a:r>
          </a:p>
        </p:txBody>
      </p:sp>
      <p:sp>
        <p:nvSpPr>
          <p:cNvPr id="11" name="Segnaposto piè di pagina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lang="it-IT" sz="1200">
                <a:solidFill>
                  <a:schemeClr val="accent3"/>
                </a:solidFill>
                <a:latin typeface="+mn-lt"/>
              </a:defRPr>
            </a:lvl1pPr>
          </a:lstStyle>
          <a:p>
            <a:pPr rtl="0"/>
            <a:endParaRPr lang="it-IT" dirty="0"/>
          </a:p>
        </p:txBody>
      </p:sp>
      <p:sp>
        <p:nvSpPr>
          <p:cNvPr id="12" name="Segnaposto numero diapositiva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lang="it-IT" sz="1200">
                <a:solidFill>
                  <a:schemeClr val="accent2"/>
                </a:solidFill>
                <a:latin typeface="+mn-lt"/>
              </a:defRPr>
            </a:lvl1pPr>
          </a:lstStyle>
          <a:p>
            <a:pPr rtl="0"/>
            <a:fld id="{294A09A9-5501-47C1-A89A-A340965A2BE2}" type="slidenum">
              <a:rPr lang="it-IT" smtClean="0"/>
              <a:pPr/>
              <a:t>‹N›</a:t>
            </a:fld>
            <a:endParaRPr lang="it-IT" dirty="0"/>
          </a:p>
        </p:txBody>
      </p:sp>
    </p:spTree>
    <p:extLst>
      <p:ext uri="{BB962C8B-B14F-4D97-AF65-F5344CB8AC3E}">
        <p14:creationId xmlns:p14="http://schemas.microsoft.com/office/powerpoint/2010/main" val="2782271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olo e immagine a destra">
    <p:spTree>
      <p:nvGrpSpPr>
        <p:cNvPr id="1" name=""/>
        <p:cNvGrpSpPr/>
        <p:nvPr/>
      </p:nvGrpSpPr>
      <p:grpSpPr>
        <a:xfrm>
          <a:off x="0" y="0"/>
          <a:ext cx="0" cy="0"/>
          <a:chOff x="0" y="0"/>
          <a:chExt cx="0" cy="0"/>
        </a:xfrm>
      </p:grpSpPr>
      <p:grpSp>
        <p:nvGrpSpPr>
          <p:cNvPr id="13" name="Gruppo 12">
            <a:extLst>
              <a:ext uri="{FF2B5EF4-FFF2-40B4-BE49-F238E27FC236}">
                <a16:creationId xmlns:a16="http://schemas.microsoft.com/office/drawing/2014/main" id="{AC10D125-AB73-D276-4947-94204736A30D}"/>
              </a:ext>
              <a:ext uri="{C183D7F6-B498-43B3-948B-1728B52AA6E4}">
                <adec:decorative xmlns:adec="http://schemas.microsoft.com/office/drawing/2017/decorative" val="1"/>
              </a:ext>
            </a:extLst>
          </p:cNvPr>
          <p:cNvGrpSpPr/>
          <p:nvPr userDrawn="1"/>
        </p:nvGrpSpPr>
        <p:grpSpPr>
          <a:xfrm flipH="1">
            <a:off x="1" y="0"/>
            <a:ext cx="12191999" cy="6858000"/>
            <a:chOff x="1" y="0"/>
            <a:chExt cx="12191999" cy="6858000"/>
          </a:xfrm>
        </p:grpSpPr>
        <p:sp>
          <p:nvSpPr>
            <p:cNvPr id="4" name="Figura a mano libera 3">
              <a:extLst>
                <a:ext uri="{FF2B5EF4-FFF2-40B4-BE49-F238E27FC236}">
                  <a16:creationId xmlns:a16="http://schemas.microsoft.com/office/drawing/2014/main" id="{6A7F6A3F-E1DD-A246-9A6D-5F9B18BA2588}"/>
                </a:ext>
                <a:ext uri="{C183D7F6-B498-43B3-948B-1728B52AA6E4}">
                  <adec:decorative xmlns:adec="http://schemas.microsoft.com/office/drawing/2017/decorative" val="1"/>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p>
          </p:txBody>
        </p:sp>
        <p:sp>
          <p:nvSpPr>
            <p:cNvPr id="5" name="Figura a mano libera 4">
              <a:extLst>
                <a:ext uri="{FF2B5EF4-FFF2-40B4-BE49-F238E27FC236}">
                  <a16:creationId xmlns:a16="http://schemas.microsoft.com/office/drawing/2014/main" id="{055FD0FC-C8FF-6741-A364-A29CDC6F9495}"/>
                </a:ext>
                <a:ext uri="{C183D7F6-B498-43B3-948B-1728B52AA6E4}">
                  <adec:decorative xmlns:adec="http://schemas.microsoft.com/office/drawing/2017/decorative" val="1"/>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latin typeface="+mn-lt"/>
              </a:endParaRPr>
            </a:p>
          </p:txBody>
        </p:sp>
        <p:sp>
          <p:nvSpPr>
            <p:cNvPr id="6" name="Figura a mano libera 5">
              <a:extLst>
                <a:ext uri="{FF2B5EF4-FFF2-40B4-BE49-F238E27FC236}">
                  <a16:creationId xmlns:a16="http://schemas.microsoft.com/office/drawing/2014/main" id="{D11C9832-A021-954E-A34F-2988D1189AE9}"/>
                </a:ext>
                <a:ext uri="{C183D7F6-B498-43B3-948B-1728B52AA6E4}">
                  <adec:decorative xmlns:adec="http://schemas.microsoft.com/office/drawing/2017/decorative" val="1"/>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p>
          </p:txBody>
        </p:sp>
        <p:grpSp>
          <p:nvGrpSpPr>
            <p:cNvPr id="9" name="Gruppo 8">
              <a:extLst>
                <a:ext uri="{FF2B5EF4-FFF2-40B4-BE49-F238E27FC236}">
                  <a16:creationId xmlns:a16="http://schemas.microsoft.com/office/drawing/2014/main" id="{9861BC34-DFBF-2D4F-B463-FCFBC08391FF}"/>
                </a:ext>
                <a:ext uri="{C183D7F6-B498-43B3-948B-1728B52AA6E4}">
                  <adec:decorative xmlns:adec="http://schemas.microsoft.com/office/drawing/2017/decorative" val="1"/>
                </a:ext>
              </a:extLst>
            </p:cNvPr>
            <p:cNvGrpSpPr/>
            <p:nvPr userDrawn="1"/>
          </p:nvGrpSpPr>
          <p:grpSpPr>
            <a:xfrm>
              <a:off x="8082092" y="5590903"/>
              <a:ext cx="1572380" cy="1267097"/>
              <a:chOff x="7413403" y="4976359"/>
              <a:chExt cx="2334986" cy="1881641"/>
            </a:xfrm>
          </p:grpSpPr>
          <p:sp>
            <p:nvSpPr>
              <p:cNvPr id="7" name="Figura a mano libera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latin typeface="+mn-lt"/>
                </a:endParaRPr>
              </a:p>
            </p:txBody>
          </p:sp>
          <p:sp>
            <p:nvSpPr>
              <p:cNvPr id="8" name="Figura a mano libera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latin typeface="+mn-lt"/>
                </a:endParaRPr>
              </a:p>
            </p:txBody>
          </p:sp>
        </p:grpSp>
      </p:grpSp>
      <p:sp>
        <p:nvSpPr>
          <p:cNvPr id="2" name="Titolo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1371600"/>
            <a:ext cx="5486400" cy="4114800"/>
          </a:xfrm>
        </p:spPr>
        <p:txBody>
          <a:bodyPr rtlCol="0" anchor="ctr" anchorCtr="0">
            <a:noAutofit/>
          </a:bodyPr>
          <a:lstStyle>
            <a:lvl1pPr>
              <a:defRPr lang="it-IT" sz="6000" b="1">
                <a:latin typeface="+mj-lt"/>
              </a:defRPr>
            </a:lvl1pPr>
          </a:lstStyle>
          <a:p>
            <a:pPr rtl="0"/>
            <a:r>
              <a:rPr lang="it-IT"/>
              <a:t>Fare clic per inserire il titolo</a:t>
            </a:r>
          </a:p>
        </p:txBody>
      </p:sp>
      <p:sp>
        <p:nvSpPr>
          <p:cNvPr id="15" name="Segnaposto immagine 14">
            <a:extLst>
              <a:ext uri="{FF2B5EF4-FFF2-40B4-BE49-F238E27FC236}">
                <a16:creationId xmlns:a16="http://schemas.microsoft.com/office/drawing/2014/main" id="{3124234B-E1C4-2616-9993-A23142AA69B2}"/>
              </a:ext>
            </a:extLst>
          </p:cNvPr>
          <p:cNvSpPr>
            <a:spLocks noGrp="1"/>
          </p:cNvSpPr>
          <p:nvPr>
            <p:ph type="pic" sz="quarter" idx="10"/>
          </p:nvPr>
        </p:nvSpPr>
        <p:spPr>
          <a:xfrm>
            <a:off x="7183438" y="1168400"/>
            <a:ext cx="4500562" cy="4521200"/>
          </a:xfrm>
          <a:prstGeom prst="ellipse">
            <a:avLst/>
          </a:prstGeom>
          <a:solidFill>
            <a:schemeClr val="accent2"/>
          </a:solidFill>
        </p:spPr>
        <p:txBody>
          <a:bodyPr rtlCol="0"/>
          <a:lstStyle>
            <a:lvl1pPr marL="0" indent="0" algn="ctr">
              <a:buNone/>
              <a:defRPr lang="it-IT" sz="2000"/>
            </a:lvl1pPr>
          </a:lstStyle>
          <a:p>
            <a:pPr rtl="0"/>
            <a:r>
              <a:rPr lang="it-IT"/>
              <a:t>Fare clic sull'icona per inserire un'immagine</a:t>
            </a:r>
          </a:p>
        </p:txBody>
      </p:sp>
      <p:sp>
        <p:nvSpPr>
          <p:cNvPr id="10" name="Segnaposto data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lang="it-IT" sz="1200">
                <a:solidFill>
                  <a:schemeClr val="accent3"/>
                </a:solidFill>
                <a:latin typeface="+mn-lt"/>
              </a:defRPr>
            </a:lvl1pPr>
          </a:lstStyle>
          <a:p>
            <a:pPr rtl="0"/>
            <a:r>
              <a:rPr lang="it-IT"/>
              <a:t>08/09/20XX</a:t>
            </a:r>
          </a:p>
        </p:txBody>
      </p:sp>
      <p:sp>
        <p:nvSpPr>
          <p:cNvPr id="11" name="Segnaposto piè di pagina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lang="it-IT" sz="1200">
                <a:solidFill>
                  <a:schemeClr val="accent3"/>
                </a:solidFill>
                <a:latin typeface="+mn-lt"/>
              </a:defRPr>
            </a:lvl1pPr>
          </a:lstStyle>
          <a:p>
            <a:pPr rtl="0"/>
            <a:endParaRPr lang="it-IT" dirty="0"/>
          </a:p>
        </p:txBody>
      </p:sp>
      <p:sp>
        <p:nvSpPr>
          <p:cNvPr id="12" name="Segnaposto numero diapositiva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lang="it-IT" sz="1200">
                <a:solidFill>
                  <a:schemeClr val="accent2"/>
                </a:solidFill>
                <a:latin typeface="+mn-lt"/>
              </a:defRPr>
            </a:lvl1pPr>
          </a:lstStyle>
          <a:p>
            <a:pPr rtl="0"/>
            <a:fld id="{294A09A9-5501-47C1-A89A-A340965A2BE2}" type="slidenum">
              <a:rPr lang="it-IT" smtClean="0"/>
              <a:pPr/>
              <a:t>‹N›</a:t>
            </a:fld>
            <a:endParaRPr lang="it-IT" dirty="0"/>
          </a:p>
        </p:txBody>
      </p:sp>
    </p:spTree>
    <p:extLst>
      <p:ext uri="{BB962C8B-B14F-4D97-AF65-F5344CB8AC3E}">
        <p14:creationId xmlns:p14="http://schemas.microsoft.com/office/powerpoint/2010/main" val="24912667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olo e contenuto 2">
    <p:bg>
      <p:bgPr>
        <a:solidFill>
          <a:schemeClr val="accent2"/>
        </a:solidFill>
        <a:effectLst/>
      </p:bgPr>
    </p:bg>
    <p:spTree>
      <p:nvGrpSpPr>
        <p:cNvPr id="1" name=""/>
        <p:cNvGrpSpPr/>
        <p:nvPr/>
      </p:nvGrpSpPr>
      <p:grpSpPr>
        <a:xfrm>
          <a:off x="0" y="0"/>
          <a:ext cx="0" cy="0"/>
          <a:chOff x="0" y="0"/>
          <a:chExt cx="0" cy="0"/>
        </a:xfrm>
      </p:grpSpPr>
      <p:grpSp>
        <p:nvGrpSpPr>
          <p:cNvPr id="2" name="Gruppo 1">
            <a:extLst>
              <a:ext uri="{FF2B5EF4-FFF2-40B4-BE49-F238E27FC236}">
                <a16:creationId xmlns:a16="http://schemas.microsoft.com/office/drawing/2014/main" id="{CCEDB282-8288-C81F-52B5-048A3E80C931}"/>
              </a:ext>
              <a:ext uri="{C183D7F6-B498-43B3-948B-1728B52AA6E4}">
                <adec:decorative xmlns:adec="http://schemas.microsoft.com/office/drawing/2017/decorative" val="1"/>
              </a:ext>
            </a:extLst>
          </p:cNvPr>
          <p:cNvGrpSpPr/>
          <p:nvPr userDrawn="1"/>
        </p:nvGrpSpPr>
        <p:grpSpPr>
          <a:xfrm>
            <a:off x="0" y="-1"/>
            <a:ext cx="12208822" cy="6858003"/>
            <a:chOff x="0" y="-1"/>
            <a:chExt cx="12208822" cy="6858003"/>
          </a:xfrm>
        </p:grpSpPr>
        <p:sp>
          <p:nvSpPr>
            <p:cNvPr id="7" name="Rettangolo 6">
              <a:extLst>
                <a:ext uri="{FF2B5EF4-FFF2-40B4-BE49-F238E27FC236}">
                  <a16:creationId xmlns:a16="http://schemas.microsoft.com/office/drawing/2014/main" id="{2A62587F-7496-384A-AF40-18FC8CF0709D}"/>
                </a:ext>
              </a:extLst>
            </p:cNvPr>
            <p:cNvSpPr/>
            <p:nvPr userDrawn="1"/>
          </p:nvSpPr>
          <p:spPr>
            <a:xfrm>
              <a:off x="0" y="2286002"/>
              <a:ext cx="12208822" cy="4572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it-IT"/>
              </a:defPPr>
            </a:lstStyle>
            <a:p>
              <a:pPr algn="ctr" rtl="0"/>
              <a:endParaRPr lang="it-IT" dirty="0"/>
            </a:p>
          </p:txBody>
        </p:sp>
        <p:sp>
          <p:nvSpPr>
            <p:cNvPr id="12" name="Figura a mano libera 11">
              <a:extLst>
                <a:ext uri="{FF2B5EF4-FFF2-40B4-BE49-F238E27FC236}">
                  <a16:creationId xmlns:a16="http://schemas.microsoft.com/office/drawing/2014/main" id="{84DB028B-A475-224B-B675-A15A56CAD0BF}"/>
                </a:ext>
              </a:extLst>
            </p:cNvPr>
            <p:cNvSpPr/>
            <p:nvPr userDrawn="1"/>
          </p:nvSpPr>
          <p:spPr>
            <a:xfrm flipH="1">
              <a:off x="8597718"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p>
          </p:txBody>
        </p:sp>
        <p:sp>
          <p:nvSpPr>
            <p:cNvPr id="14" name="Figura a mano libera 13">
              <a:extLst>
                <a:ext uri="{FF2B5EF4-FFF2-40B4-BE49-F238E27FC236}">
                  <a16:creationId xmlns:a16="http://schemas.microsoft.com/office/drawing/2014/main" id="{61C34955-105B-4D4D-B51D-754C5D38A85D}"/>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p>
          </p:txBody>
        </p:sp>
        <p:sp>
          <p:nvSpPr>
            <p:cNvPr id="15" name="Figura a mano libera 14">
              <a:extLst>
                <a:ext uri="{FF2B5EF4-FFF2-40B4-BE49-F238E27FC236}">
                  <a16:creationId xmlns:a16="http://schemas.microsoft.com/office/drawing/2014/main" id="{2734DEB1-EC02-2E42-9292-4ADD115060A5}"/>
                </a:ext>
              </a:extLst>
            </p:cNvPr>
            <p:cNvSpPr/>
            <p:nvPr userDrawn="1"/>
          </p:nvSpPr>
          <p:spPr>
            <a:xfrm rot="5400000" flipH="1" flipV="1">
              <a:off x="10344100" y="438098"/>
              <a:ext cx="2285999" cy="1409801"/>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p>
          </p:txBody>
        </p:sp>
      </p:grpSp>
      <p:sp>
        <p:nvSpPr>
          <p:cNvPr id="13" name="Titolo 1">
            <a:extLst>
              <a:ext uri="{FF2B5EF4-FFF2-40B4-BE49-F238E27FC236}">
                <a16:creationId xmlns:a16="http://schemas.microsoft.com/office/drawing/2014/main" id="{5E932F0D-7FC3-634B-932C-3625C16C8DE2}"/>
              </a:ext>
            </a:extLst>
          </p:cNvPr>
          <p:cNvSpPr>
            <a:spLocks noGrp="1"/>
          </p:cNvSpPr>
          <p:nvPr>
            <p:ph type="title" hasCustomPrompt="1"/>
          </p:nvPr>
        </p:nvSpPr>
        <p:spPr>
          <a:xfrm>
            <a:off x="1167492" y="45085"/>
            <a:ext cx="9779183" cy="1600835"/>
          </a:xfrm>
        </p:spPr>
        <p:txBody>
          <a:bodyPr rtlCol="0" anchor="b">
            <a:noAutofit/>
          </a:bodyPr>
          <a:lstStyle>
            <a:lvl1pPr>
              <a:defRPr lang="it-IT" sz="4200" b="1">
                <a:latin typeface="+mj-lt"/>
              </a:defRPr>
            </a:lvl1pPr>
          </a:lstStyle>
          <a:p>
            <a:pPr rtl="0"/>
            <a:r>
              <a:rPr lang="it-IT"/>
              <a:t>Fare clic per inserire il titolo</a:t>
            </a:r>
          </a:p>
        </p:txBody>
      </p:sp>
      <p:sp>
        <p:nvSpPr>
          <p:cNvPr id="3" name="Segnaposto contenuto 2">
            <a:extLst>
              <a:ext uri="{FF2B5EF4-FFF2-40B4-BE49-F238E27FC236}">
                <a16:creationId xmlns:a16="http://schemas.microsoft.com/office/drawing/2014/main" id="{CA1EED44-783E-8705-4119-D7E9F7D4F2B4}"/>
              </a:ext>
            </a:extLst>
          </p:cNvPr>
          <p:cNvSpPr>
            <a:spLocks noGrp="1"/>
          </p:cNvSpPr>
          <p:nvPr>
            <p:ph idx="14" hasCustomPrompt="1"/>
          </p:nvPr>
        </p:nvSpPr>
        <p:spPr>
          <a:xfrm>
            <a:off x="1166087" y="2652713"/>
            <a:ext cx="9780587" cy="3436936"/>
          </a:xfrm>
        </p:spPr>
        <p:txBody>
          <a:bodyPr rtlCol="0">
            <a:normAutofit/>
          </a:bodyPr>
          <a:lstStyle>
            <a:lvl1pPr marL="342900" indent="-283464">
              <a:spcBef>
                <a:spcPts val="1000"/>
              </a:spcBef>
              <a:buFont typeface="Arial" panose="020B0604020202020204" pitchFamily="34" charset="0"/>
              <a:buChar char="•"/>
              <a:defRPr lang="it-IT" sz="2000">
                <a:solidFill>
                  <a:schemeClr val="bg1"/>
                </a:solidFill>
                <a:latin typeface="+mn-lt"/>
              </a:defRPr>
            </a:lvl1pPr>
            <a:lvl2pPr marL="566928" indent="-283464">
              <a:spcBef>
                <a:spcPts val="1000"/>
              </a:spcBef>
              <a:buFont typeface="Arial" panose="020B0604020202020204" pitchFamily="34" charset="0"/>
              <a:buChar char="•"/>
              <a:defRPr lang="it-IT" sz="2000">
                <a:solidFill>
                  <a:schemeClr val="bg1"/>
                </a:solidFill>
                <a:latin typeface="+mn-lt"/>
              </a:defRPr>
            </a:lvl2pPr>
            <a:lvl3pPr marL="850392" indent="-283464">
              <a:spcBef>
                <a:spcPts val="1000"/>
              </a:spcBef>
              <a:buFont typeface="Arial" panose="020B0604020202020204" pitchFamily="34" charset="0"/>
              <a:buChar char="•"/>
              <a:defRPr lang="it-IT" sz="2000">
                <a:solidFill>
                  <a:schemeClr val="bg1"/>
                </a:solidFill>
                <a:latin typeface="+mn-lt"/>
              </a:defRPr>
            </a:lvl3pPr>
            <a:lvl4pPr marL="1097280" indent="-283464">
              <a:spcBef>
                <a:spcPts val="1000"/>
              </a:spcBef>
              <a:buFont typeface="Arial" panose="020B0604020202020204" pitchFamily="34" charset="0"/>
              <a:buChar char="•"/>
              <a:defRPr lang="it-IT" sz="2000">
                <a:solidFill>
                  <a:schemeClr val="bg1"/>
                </a:solidFill>
                <a:latin typeface="+mn-lt"/>
              </a:defRPr>
            </a:lvl4pPr>
            <a:lvl5pPr marL="1371600" indent="-283464">
              <a:spcBef>
                <a:spcPts val="1000"/>
              </a:spcBef>
              <a:buFont typeface="Arial" panose="020B0604020202020204" pitchFamily="34" charset="0"/>
              <a:buChar char="•"/>
              <a:defRPr lang="it-IT" sz="2000">
                <a:solidFill>
                  <a:schemeClr val="bg1"/>
                </a:solidFill>
                <a:latin typeface="+mn-lt"/>
              </a:defRPr>
            </a:lvl5pPr>
          </a:lstStyle>
          <a:p>
            <a:pPr lvl="0" rtl="0"/>
            <a:r>
              <a:rPr lang="it-IT"/>
              <a:t>Fare clic per inserire il testo</a:t>
            </a:r>
          </a:p>
          <a:p>
            <a:pPr lvl="1" rtl="0"/>
            <a:r>
              <a:rPr lang="it-IT"/>
              <a:t>Secondo livello</a:t>
            </a:r>
          </a:p>
          <a:p>
            <a:pPr lvl="2" rtl="0"/>
            <a:r>
              <a:rPr lang="it-IT"/>
              <a:t>Terzo livello</a:t>
            </a:r>
          </a:p>
          <a:p>
            <a:pPr lvl="3" rtl="0"/>
            <a:r>
              <a:rPr lang="it-IT"/>
              <a:t>Quarto livello</a:t>
            </a:r>
          </a:p>
          <a:p>
            <a:pPr lvl="4" rtl="0"/>
            <a:r>
              <a:rPr lang="it-IT"/>
              <a:t>Quinto livello</a:t>
            </a:r>
          </a:p>
        </p:txBody>
      </p:sp>
      <p:sp>
        <p:nvSpPr>
          <p:cNvPr id="4" name="Segnaposto data 3">
            <a:extLst>
              <a:ext uri="{FF2B5EF4-FFF2-40B4-BE49-F238E27FC236}">
                <a16:creationId xmlns:a16="http://schemas.microsoft.com/office/drawing/2014/main" id="{8E95D4F5-F69B-42F6-8A9D-330F696E144B}"/>
              </a:ext>
            </a:extLst>
          </p:cNvPr>
          <p:cNvSpPr>
            <a:spLocks noGrp="1"/>
          </p:cNvSpPr>
          <p:nvPr>
            <p:ph type="dt" sz="half" idx="10"/>
          </p:nvPr>
        </p:nvSpPr>
        <p:spPr/>
        <p:txBody>
          <a:bodyPr rtlCol="0">
            <a:noAutofit/>
          </a:bodyPr>
          <a:lstStyle>
            <a:lvl1pPr>
              <a:defRPr lang="it-IT">
                <a:solidFill>
                  <a:schemeClr val="accent2"/>
                </a:solidFill>
                <a:latin typeface="+mn-lt"/>
              </a:defRPr>
            </a:lvl1pPr>
          </a:lstStyle>
          <a:p>
            <a:pPr rtl="0"/>
            <a:r>
              <a:rPr lang="it-IT"/>
              <a:t>08/09/20XX</a:t>
            </a:r>
          </a:p>
        </p:txBody>
      </p:sp>
      <p:sp>
        <p:nvSpPr>
          <p:cNvPr id="5" name="Segnaposto piè di pagina 4">
            <a:extLst>
              <a:ext uri="{FF2B5EF4-FFF2-40B4-BE49-F238E27FC236}">
                <a16:creationId xmlns:a16="http://schemas.microsoft.com/office/drawing/2014/main" id="{FA79A23A-2238-4904-8692-9F2DAE8B8FC9}"/>
              </a:ext>
            </a:extLst>
          </p:cNvPr>
          <p:cNvSpPr>
            <a:spLocks noGrp="1"/>
          </p:cNvSpPr>
          <p:nvPr>
            <p:ph type="ftr" sz="quarter" idx="11"/>
          </p:nvPr>
        </p:nvSpPr>
        <p:spPr/>
        <p:txBody>
          <a:bodyPr rtlCol="0">
            <a:noAutofit/>
          </a:bodyPr>
          <a:lstStyle>
            <a:lvl1pPr>
              <a:defRPr lang="it-IT">
                <a:solidFill>
                  <a:schemeClr val="accent2"/>
                </a:solidFill>
                <a:latin typeface="+mn-lt"/>
              </a:defRPr>
            </a:lvl1pPr>
          </a:lstStyle>
          <a:p>
            <a:pPr rtl="0"/>
            <a:endParaRPr lang="it-IT" dirty="0"/>
          </a:p>
        </p:txBody>
      </p:sp>
      <p:sp>
        <p:nvSpPr>
          <p:cNvPr id="6" name="Segnaposto numero diapositiva 5">
            <a:extLst>
              <a:ext uri="{FF2B5EF4-FFF2-40B4-BE49-F238E27FC236}">
                <a16:creationId xmlns:a16="http://schemas.microsoft.com/office/drawing/2014/main" id="{DB69FC35-DDC8-45FB-8ACB-21C15F57C1F1}"/>
              </a:ext>
            </a:extLst>
          </p:cNvPr>
          <p:cNvSpPr>
            <a:spLocks noGrp="1"/>
          </p:cNvSpPr>
          <p:nvPr>
            <p:ph type="sldNum" sz="quarter" idx="12"/>
          </p:nvPr>
        </p:nvSpPr>
        <p:spPr>
          <a:xfrm>
            <a:off x="10206318" y="6356350"/>
            <a:ext cx="1604682" cy="365125"/>
          </a:xfrm>
        </p:spPr>
        <p:txBody>
          <a:bodyPr rtlCol="0">
            <a:noAutofit/>
          </a:bodyPr>
          <a:lstStyle>
            <a:lvl1pPr>
              <a:defRPr lang="it-IT">
                <a:solidFill>
                  <a:schemeClr val="accent3"/>
                </a:solidFill>
                <a:latin typeface="+mn-lt"/>
              </a:defRPr>
            </a:lvl1pPr>
          </a:lstStyle>
          <a:p>
            <a:pPr rtl="0"/>
            <a:fld id="{294A09A9-5501-47C1-A89A-A340965A2BE2}" type="slidenum">
              <a:rPr lang="it-IT" smtClean="0"/>
              <a:pPr/>
              <a:t>‹N›</a:t>
            </a:fld>
            <a:endParaRPr lang="it-IT" dirty="0"/>
          </a:p>
        </p:txBody>
      </p:sp>
    </p:spTree>
    <p:extLst>
      <p:ext uri="{BB962C8B-B14F-4D97-AF65-F5344CB8AC3E}">
        <p14:creationId xmlns:p14="http://schemas.microsoft.com/office/powerpoint/2010/main" val="28831769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olo della sezione">
    <p:spTree>
      <p:nvGrpSpPr>
        <p:cNvPr id="1" name=""/>
        <p:cNvGrpSpPr/>
        <p:nvPr/>
      </p:nvGrpSpPr>
      <p:grpSpPr>
        <a:xfrm>
          <a:off x="0" y="0"/>
          <a:ext cx="0" cy="0"/>
          <a:chOff x="0" y="0"/>
          <a:chExt cx="0" cy="0"/>
        </a:xfrm>
      </p:grpSpPr>
      <p:grpSp>
        <p:nvGrpSpPr>
          <p:cNvPr id="4" name="Gruppo 3">
            <a:extLst>
              <a:ext uri="{FF2B5EF4-FFF2-40B4-BE49-F238E27FC236}">
                <a16:creationId xmlns:a16="http://schemas.microsoft.com/office/drawing/2014/main" id="{95FBCE6F-2AA9-31FE-8148-33B480735599}"/>
              </a:ext>
              <a:ext uri="{C183D7F6-B498-43B3-948B-1728B52AA6E4}">
                <adec:decorative xmlns:adec="http://schemas.microsoft.com/office/drawing/2017/decorative" val="1"/>
              </a:ext>
            </a:extLst>
          </p:cNvPr>
          <p:cNvGrpSpPr/>
          <p:nvPr userDrawn="1"/>
        </p:nvGrpSpPr>
        <p:grpSpPr>
          <a:xfrm>
            <a:off x="0" y="0"/>
            <a:ext cx="12192000" cy="6858000"/>
            <a:chOff x="0" y="0"/>
            <a:chExt cx="12192000" cy="6858000"/>
          </a:xfrm>
        </p:grpSpPr>
        <p:sp>
          <p:nvSpPr>
            <p:cNvPr id="23" name="Figura a mano libera 22">
              <a:extLst>
                <a:ext uri="{FF2B5EF4-FFF2-40B4-BE49-F238E27FC236}">
                  <a16:creationId xmlns:a16="http://schemas.microsoft.com/office/drawing/2014/main" id="{067EACEC-C2DD-EA42-8504-176673AD1F20}"/>
                </a:ext>
              </a:extLst>
            </p:cNvPr>
            <p:cNvSpPr/>
            <p:nvPr userDrawn="1"/>
          </p:nvSpPr>
          <p:spPr>
            <a:xfrm>
              <a:off x="0" y="0"/>
              <a:ext cx="8025490" cy="6858000"/>
            </a:xfrm>
            <a:custGeom>
              <a:avLst/>
              <a:gdLst>
                <a:gd name="connsiteX0" fmla="*/ 0 w 8025490"/>
                <a:gd name="connsiteY0" fmla="*/ 0 h 6858000"/>
                <a:gd name="connsiteX1" fmla="*/ 4596490 w 8025490"/>
                <a:gd name="connsiteY1" fmla="*/ 0 h 6858000"/>
                <a:gd name="connsiteX2" fmla="*/ 8025490 w 8025490"/>
                <a:gd name="connsiteY2" fmla="*/ 3429000 h 6858000"/>
                <a:gd name="connsiteX3" fmla="*/ 4596490 w 8025490"/>
                <a:gd name="connsiteY3" fmla="*/ 6858000 h 6858000"/>
                <a:gd name="connsiteX4" fmla="*/ 0 w 8025490"/>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490" h="6858000">
                  <a:moveTo>
                    <a:pt x="0" y="0"/>
                  </a:moveTo>
                  <a:lnTo>
                    <a:pt x="4596490" y="0"/>
                  </a:lnTo>
                  <a:cubicBezTo>
                    <a:pt x="6490274" y="0"/>
                    <a:pt x="8025490" y="1535216"/>
                    <a:pt x="8025490" y="3429000"/>
                  </a:cubicBezTo>
                  <a:cubicBezTo>
                    <a:pt x="8025490" y="5322784"/>
                    <a:pt x="6490274" y="6858000"/>
                    <a:pt x="4596490" y="6858000"/>
                  </a:cubicBezTo>
                  <a:lnTo>
                    <a:pt x="0" y="685800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p>
          </p:txBody>
        </p:sp>
        <p:grpSp>
          <p:nvGrpSpPr>
            <p:cNvPr id="6" name="Gruppo 5">
              <a:extLst>
                <a:ext uri="{FF2B5EF4-FFF2-40B4-BE49-F238E27FC236}">
                  <a16:creationId xmlns:a16="http://schemas.microsoft.com/office/drawing/2014/main" id="{89843C7E-5704-7A46-8974-F3BFA42E7310}"/>
                </a:ext>
              </a:extLst>
            </p:cNvPr>
            <p:cNvGrpSpPr/>
            <p:nvPr userDrawn="1"/>
          </p:nvGrpSpPr>
          <p:grpSpPr>
            <a:xfrm rot="16200000">
              <a:off x="8286528" y="2207195"/>
              <a:ext cx="3032351" cy="2443610"/>
              <a:chOff x="9857014" y="13834"/>
              <a:chExt cx="2334986" cy="1881641"/>
            </a:xfrm>
          </p:grpSpPr>
          <p:sp>
            <p:nvSpPr>
              <p:cNvPr id="15" name="Figura a mano libera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p>
            </p:txBody>
          </p:sp>
          <p:sp>
            <p:nvSpPr>
              <p:cNvPr id="16" name="Figura a mano libera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p>
            </p:txBody>
          </p:sp>
        </p:grpSp>
        <p:sp>
          <p:nvSpPr>
            <p:cNvPr id="17" name="Figura a mano libera 16">
              <a:extLst>
                <a:ext uri="{FF2B5EF4-FFF2-40B4-BE49-F238E27FC236}">
                  <a16:creationId xmlns:a16="http://schemas.microsoft.com/office/drawing/2014/main" id="{0B179973-08D2-EF40-B516-35E75E906394}"/>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p>
          </p:txBody>
        </p:sp>
        <p:sp>
          <p:nvSpPr>
            <p:cNvPr id="18" name="Figura a mano libera 17">
              <a:extLst>
                <a:ext uri="{FF2B5EF4-FFF2-40B4-BE49-F238E27FC236}">
                  <a16:creationId xmlns:a16="http://schemas.microsoft.com/office/drawing/2014/main" id="{6C811FF3-E48A-194D-8022-65F8C3A17449}"/>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p>
          </p:txBody>
        </p:sp>
      </p:grpSp>
      <p:sp>
        <p:nvSpPr>
          <p:cNvPr id="2" name="Titolo 1">
            <a:extLst>
              <a:ext uri="{FF2B5EF4-FFF2-40B4-BE49-F238E27FC236}">
                <a16:creationId xmlns:a16="http://schemas.microsoft.com/office/drawing/2014/main" id="{494248F2-5264-4601-AA0B-6C092F77F2DD}"/>
              </a:ext>
            </a:extLst>
          </p:cNvPr>
          <p:cNvSpPr>
            <a:spLocks noGrp="1"/>
          </p:cNvSpPr>
          <p:nvPr>
            <p:ph type="ctrTitle" hasCustomPrompt="1"/>
          </p:nvPr>
        </p:nvSpPr>
        <p:spPr>
          <a:xfrm>
            <a:off x="1167494" y="177553"/>
            <a:ext cx="6245912" cy="3269447"/>
          </a:xfrm>
        </p:spPr>
        <p:txBody>
          <a:bodyPr bIns="0" rtlCol="0" anchor="b">
            <a:noAutofit/>
          </a:bodyPr>
          <a:lstStyle>
            <a:lvl1pPr algn="l">
              <a:defRPr lang="it-IT" sz="6000" b="1">
                <a:solidFill>
                  <a:schemeClr val="bg1"/>
                </a:solidFill>
                <a:latin typeface="+mj-lt"/>
              </a:defRPr>
            </a:lvl1pPr>
          </a:lstStyle>
          <a:p>
            <a:pPr rtl="0"/>
            <a:r>
              <a:rPr lang="it-IT"/>
              <a:t>Fare clic per inserire il titolo</a:t>
            </a:r>
          </a:p>
        </p:txBody>
      </p:sp>
      <p:sp>
        <p:nvSpPr>
          <p:cNvPr id="3" name="Sottotitolo 2">
            <a:extLst>
              <a:ext uri="{FF2B5EF4-FFF2-40B4-BE49-F238E27FC236}">
                <a16:creationId xmlns:a16="http://schemas.microsoft.com/office/drawing/2014/main" id="{DCFB69D3-5632-4285-A209-9DCA67DA668C}"/>
              </a:ext>
            </a:extLst>
          </p:cNvPr>
          <p:cNvSpPr>
            <a:spLocks noGrp="1"/>
          </p:cNvSpPr>
          <p:nvPr>
            <p:ph type="subTitle" idx="1" hasCustomPrompt="1"/>
          </p:nvPr>
        </p:nvSpPr>
        <p:spPr>
          <a:xfrm>
            <a:off x="1167494" y="3492896"/>
            <a:ext cx="6245912" cy="912850"/>
          </a:xfrm>
        </p:spPr>
        <p:txBody>
          <a:bodyPr rtlCol="0" anchor="ctr" anchorCtr="0">
            <a:noAutofit/>
          </a:bodyPr>
          <a:lstStyle>
            <a:lvl1pPr marL="0" indent="0" algn="l">
              <a:buNone/>
              <a:defRPr lang="it-IT" sz="3200">
                <a:solidFill>
                  <a:schemeClr val="bg1"/>
                </a:solidFill>
                <a:latin typeface="+mn-lt"/>
              </a:defRPr>
            </a:lvl1pPr>
            <a:lvl2pPr marL="457200" indent="0" algn="ctr">
              <a:buNone/>
              <a:defRPr lang="it-IT" sz="2000"/>
            </a:lvl2pPr>
            <a:lvl3pPr marL="914400" indent="0" algn="ctr">
              <a:buNone/>
              <a:defRPr lang="it-IT" sz="1800"/>
            </a:lvl3pPr>
            <a:lvl4pPr marL="1371600" indent="0" algn="ctr">
              <a:buNone/>
              <a:defRPr lang="it-IT" sz="1600"/>
            </a:lvl4pPr>
            <a:lvl5pPr marL="1828800" indent="0" algn="ctr">
              <a:buNone/>
              <a:defRPr lang="it-IT" sz="1600"/>
            </a:lvl5pPr>
            <a:lvl6pPr marL="2286000" indent="0" algn="ctr">
              <a:buNone/>
              <a:defRPr lang="it-IT" sz="1600"/>
            </a:lvl6pPr>
            <a:lvl7pPr marL="2743200" indent="0" algn="ctr">
              <a:buNone/>
              <a:defRPr lang="it-IT" sz="1600"/>
            </a:lvl7pPr>
            <a:lvl8pPr marL="3200400" indent="0" algn="ctr">
              <a:buNone/>
              <a:defRPr lang="it-IT" sz="1600"/>
            </a:lvl8pPr>
            <a:lvl9pPr marL="3657600" indent="0" algn="ctr">
              <a:buNone/>
              <a:defRPr lang="it-IT" sz="1600"/>
            </a:lvl9pPr>
          </a:lstStyle>
          <a:p>
            <a:pPr rtl="0"/>
            <a:r>
              <a:rPr lang="it-IT"/>
              <a:t>Fare clic per inserire il sottotitolo</a:t>
            </a:r>
          </a:p>
        </p:txBody>
      </p:sp>
    </p:spTree>
    <p:extLst>
      <p:ext uri="{BB962C8B-B14F-4D97-AF65-F5344CB8AC3E}">
        <p14:creationId xmlns:p14="http://schemas.microsoft.com/office/powerpoint/2010/main" val="9865294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olo e 2 contenuti in colonna">
    <p:spTree>
      <p:nvGrpSpPr>
        <p:cNvPr id="1" name=""/>
        <p:cNvGrpSpPr/>
        <p:nvPr/>
      </p:nvGrpSpPr>
      <p:grpSpPr>
        <a:xfrm>
          <a:off x="0" y="0"/>
          <a:ext cx="0" cy="0"/>
          <a:chOff x="0" y="0"/>
          <a:chExt cx="0" cy="0"/>
        </a:xfrm>
      </p:grpSpPr>
      <p:grpSp>
        <p:nvGrpSpPr>
          <p:cNvPr id="16" name="Gruppo 15">
            <a:extLst>
              <a:ext uri="{FF2B5EF4-FFF2-40B4-BE49-F238E27FC236}">
                <a16:creationId xmlns:a16="http://schemas.microsoft.com/office/drawing/2014/main" id="{14DB56B5-5DD7-95E3-52B2-EDC4B3F13058}"/>
              </a:ext>
              <a:ext uri="{C183D7F6-B498-43B3-948B-1728B52AA6E4}">
                <adec:decorative xmlns:adec="http://schemas.microsoft.com/office/drawing/2017/decorative" val="1"/>
              </a:ext>
            </a:extLst>
          </p:cNvPr>
          <p:cNvGrpSpPr/>
          <p:nvPr userDrawn="1"/>
        </p:nvGrpSpPr>
        <p:grpSpPr>
          <a:xfrm>
            <a:off x="1" y="0"/>
            <a:ext cx="12191999" cy="6858000"/>
            <a:chOff x="1" y="0"/>
            <a:chExt cx="12191999" cy="6858000"/>
          </a:xfrm>
        </p:grpSpPr>
        <p:sp>
          <p:nvSpPr>
            <p:cNvPr id="4" name="Figura a mano libera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p>
          </p:txBody>
        </p:sp>
        <p:sp>
          <p:nvSpPr>
            <p:cNvPr id="5" name="Figura a mano libera 4">
              <a:extLst>
                <a:ext uri="{FF2B5EF4-FFF2-40B4-BE49-F238E27FC236}">
                  <a16:creationId xmlns:a16="http://schemas.microsoft.com/office/drawing/2014/main" id="{055FD0FC-C8FF-6741-A364-A29CDC6F9495}"/>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p>
          </p:txBody>
        </p:sp>
        <p:sp>
          <p:nvSpPr>
            <p:cNvPr id="6" name="Figura a mano libera 5">
              <a:extLst>
                <a:ext uri="{FF2B5EF4-FFF2-40B4-BE49-F238E27FC236}">
                  <a16:creationId xmlns:a16="http://schemas.microsoft.com/office/drawing/2014/main" id="{D11C9832-A021-954E-A34F-2988D1189AE9}"/>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p>
          </p:txBody>
        </p:sp>
        <p:grpSp>
          <p:nvGrpSpPr>
            <p:cNvPr id="9" name="Gruppo 8">
              <a:extLst>
                <a:ext uri="{FF2B5EF4-FFF2-40B4-BE49-F238E27FC236}">
                  <a16:creationId xmlns:a16="http://schemas.microsoft.com/office/drawing/2014/main" id="{9861BC34-DFBF-2D4F-B463-FCFBC08391FF}"/>
                </a:ext>
              </a:extLst>
            </p:cNvPr>
            <p:cNvGrpSpPr/>
            <p:nvPr userDrawn="1"/>
          </p:nvGrpSpPr>
          <p:grpSpPr>
            <a:xfrm>
              <a:off x="8082092" y="5590903"/>
              <a:ext cx="1572380" cy="1267097"/>
              <a:chOff x="7413403" y="4976359"/>
              <a:chExt cx="2334986" cy="1881641"/>
            </a:xfrm>
          </p:grpSpPr>
          <p:sp>
            <p:nvSpPr>
              <p:cNvPr id="7" name="Figura a mano libera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latin typeface="+mn-lt"/>
                </a:endParaRPr>
              </a:p>
            </p:txBody>
          </p:sp>
          <p:sp>
            <p:nvSpPr>
              <p:cNvPr id="8" name="Figura a mano libera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latin typeface="+mn-lt"/>
                </a:endParaRPr>
              </a:p>
            </p:txBody>
          </p:sp>
        </p:grpSp>
      </p:grpSp>
      <p:sp>
        <p:nvSpPr>
          <p:cNvPr id="2" name="Titolo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136526"/>
            <a:ext cx="9601200" cy="1653371"/>
          </a:xfrm>
        </p:spPr>
        <p:txBody>
          <a:bodyPr rtlCol="0" anchor="b">
            <a:noAutofit/>
          </a:bodyPr>
          <a:lstStyle>
            <a:lvl1pPr>
              <a:defRPr lang="it-IT" sz="4200" b="1">
                <a:latin typeface="+mj-lt"/>
              </a:defRPr>
            </a:lvl1pPr>
          </a:lstStyle>
          <a:p>
            <a:pPr rtl="0"/>
            <a:r>
              <a:rPr lang="it-IT"/>
              <a:t>Fare clic per inserire il titolo</a:t>
            </a:r>
          </a:p>
        </p:txBody>
      </p:sp>
      <p:sp>
        <p:nvSpPr>
          <p:cNvPr id="3" name="Segnaposto contenuto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23984"/>
            <a:ext cx="4663440" cy="3332832"/>
          </a:xfrm>
        </p:spPr>
        <p:txBody>
          <a:bodyPr rtlCol="0">
            <a:normAutofit/>
          </a:bodyPr>
          <a:lstStyle>
            <a:lvl1pPr marL="0" indent="0">
              <a:spcBef>
                <a:spcPts val="1000"/>
              </a:spcBef>
              <a:buFont typeface="Arial" panose="020B0604020202020204" pitchFamily="34" charset="0"/>
              <a:buNone/>
              <a:defRPr lang="it-IT" sz="2000">
                <a:latin typeface="+mn-lt"/>
              </a:defRPr>
            </a:lvl1pPr>
            <a:lvl2pPr marL="283464" indent="-283464">
              <a:spcBef>
                <a:spcPts val="1000"/>
              </a:spcBef>
              <a:buFont typeface="Arial" panose="020B0604020202020204" pitchFamily="34" charset="0"/>
              <a:buChar char="•"/>
              <a:defRPr lang="it-IT" sz="2000">
                <a:latin typeface="+mn-lt"/>
              </a:defRPr>
            </a:lvl2pPr>
            <a:lvl3pPr marL="566928" indent="-283464">
              <a:spcBef>
                <a:spcPts val="1000"/>
              </a:spcBef>
              <a:buFont typeface="Arial" panose="020B0604020202020204" pitchFamily="34" charset="0"/>
              <a:buChar char="•"/>
              <a:defRPr lang="it-IT" sz="2000">
                <a:latin typeface="+mn-lt"/>
              </a:defRPr>
            </a:lvl3pPr>
            <a:lvl4pPr marL="850392" indent="-283464">
              <a:spcBef>
                <a:spcPts val="1000"/>
              </a:spcBef>
              <a:buFont typeface="Arial" panose="020B0604020202020204" pitchFamily="34" charset="0"/>
              <a:buChar char="•"/>
              <a:defRPr lang="it-IT" sz="2000">
                <a:latin typeface="+mn-lt"/>
              </a:defRPr>
            </a:lvl4pPr>
            <a:lvl5pPr marL="1133856" indent="-283464">
              <a:spcBef>
                <a:spcPts val="1000"/>
              </a:spcBef>
              <a:buFont typeface="Arial" panose="020B0604020202020204" pitchFamily="34" charset="0"/>
              <a:buChar char="•"/>
              <a:defRPr lang="it-IT" sz="2000">
                <a:latin typeface="+mn-lt"/>
              </a:defRPr>
            </a:lvl5pPr>
          </a:lstStyle>
          <a:p>
            <a:pPr lvl="0" rtl="0"/>
            <a:r>
              <a:rPr lang="it-IT"/>
              <a:t>Fare clic per inserire il testo</a:t>
            </a:r>
          </a:p>
          <a:p>
            <a:pPr lvl="1" rtl="0"/>
            <a:r>
              <a:rPr lang="it-IT"/>
              <a:t>Secondo livello</a:t>
            </a:r>
          </a:p>
          <a:p>
            <a:pPr lvl="2" rtl="0"/>
            <a:r>
              <a:rPr lang="it-IT"/>
              <a:t>Terzo livello</a:t>
            </a:r>
          </a:p>
          <a:p>
            <a:pPr lvl="3" rtl="0"/>
            <a:r>
              <a:rPr lang="it-IT"/>
              <a:t>Quarto livello</a:t>
            </a:r>
          </a:p>
          <a:p>
            <a:pPr lvl="4" rtl="0"/>
            <a:r>
              <a:rPr lang="it-IT"/>
              <a:t>Quinto livello</a:t>
            </a:r>
          </a:p>
        </p:txBody>
      </p:sp>
      <p:sp>
        <p:nvSpPr>
          <p:cNvPr id="13" name="Segnaposto contenuto 2">
            <a:extLst>
              <a:ext uri="{FF2B5EF4-FFF2-40B4-BE49-F238E27FC236}">
                <a16:creationId xmlns:a16="http://schemas.microsoft.com/office/drawing/2014/main" id="{94CA559C-3355-DE44-ACF9-BDB6083C4225}"/>
              </a:ext>
            </a:extLst>
          </p:cNvPr>
          <p:cNvSpPr>
            <a:spLocks noGrp="1"/>
          </p:cNvSpPr>
          <p:nvPr>
            <p:ph idx="10" hasCustomPrompt="1"/>
          </p:nvPr>
        </p:nvSpPr>
        <p:spPr>
          <a:xfrm>
            <a:off x="6283235" y="2023984"/>
            <a:ext cx="4663440" cy="3332832"/>
          </a:xfrm>
        </p:spPr>
        <p:txBody>
          <a:bodyPr rtlCol="0">
            <a:normAutofit/>
          </a:bodyPr>
          <a:lstStyle>
            <a:lvl1pPr marL="0" indent="0">
              <a:spcBef>
                <a:spcPts val="1000"/>
              </a:spcBef>
              <a:buFont typeface="Arial" panose="020B0604020202020204" pitchFamily="34" charset="0"/>
              <a:buNone/>
              <a:defRPr lang="it-IT" sz="2000">
                <a:latin typeface="+mn-lt"/>
              </a:defRPr>
            </a:lvl1pPr>
            <a:lvl2pPr marL="283464" indent="-283464">
              <a:spcBef>
                <a:spcPts val="1000"/>
              </a:spcBef>
              <a:buFont typeface="Arial" panose="020B0604020202020204" pitchFamily="34" charset="0"/>
              <a:buChar char="•"/>
              <a:defRPr lang="it-IT" sz="2000">
                <a:latin typeface="+mn-lt"/>
              </a:defRPr>
            </a:lvl2pPr>
            <a:lvl3pPr marL="566928" indent="-283464">
              <a:spcBef>
                <a:spcPts val="1000"/>
              </a:spcBef>
              <a:buFont typeface="Arial" panose="020B0604020202020204" pitchFamily="34" charset="0"/>
              <a:buChar char="•"/>
              <a:defRPr lang="it-IT" sz="2000">
                <a:latin typeface="+mn-lt"/>
              </a:defRPr>
            </a:lvl3pPr>
            <a:lvl4pPr marL="850392" indent="-283464">
              <a:spcBef>
                <a:spcPts val="1000"/>
              </a:spcBef>
              <a:buFont typeface="Arial" panose="020B0604020202020204" pitchFamily="34" charset="0"/>
              <a:buChar char="•"/>
              <a:defRPr lang="it-IT" sz="2000">
                <a:latin typeface="+mn-lt"/>
              </a:defRPr>
            </a:lvl4pPr>
            <a:lvl5pPr marL="1133856" indent="-283464">
              <a:spcBef>
                <a:spcPts val="1000"/>
              </a:spcBef>
              <a:buFont typeface="Arial" panose="020B0604020202020204" pitchFamily="34" charset="0"/>
              <a:buChar char="•"/>
              <a:defRPr lang="it-IT" sz="2000">
                <a:latin typeface="+mn-lt"/>
              </a:defRPr>
            </a:lvl5pPr>
          </a:lstStyle>
          <a:p>
            <a:pPr lvl="0" rtl="0"/>
            <a:r>
              <a:rPr lang="it-IT"/>
              <a:t>Fare clic per inserire il testo</a:t>
            </a:r>
          </a:p>
          <a:p>
            <a:pPr lvl="1" rtl="0"/>
            <a:r>
              <a:rPr lang="it-IT"/>
              <a:t>Secondo livello</a:t>
            </a:r>
          </a:p>
          <a:p>
            <a:pPr lvl="2" rtl="0"/>
            <a:r>
              <a:rPr lang="it-IT"/>
              <a:t>Terzo livello</a:t>
            </a:r>
          </a:p>
          <a:p>
            <a:pPr lvl="3" rtl="0"/>
            <a:r>
              <a:rPr lang="it-IT"/>
              <a:t>Quarto livello</a:t>
            </a:r>
          </a:p>
          <a:p>
            <a:pPr lvl="4" rtl="0"/>
            <a:r>
              <a:rPr lang="it-IT"/>
              <a:t>Quinto livello</a:t>
            </a:r>
          </a:p>
        </p:txBody>
      </p:sp>
      <p:sp>
        <p:nvSpPr>
          <p:cNvPr id="10" name="Segnaposto data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lang="it-IT" sz="1200">
                <a:solidFill>
                  <a:schemeClr val="accent3"/>
                </a:solidFill>
                <a:latin typeface="+mn-lt"/>
              </a:defRPr>
            </a:lvl1pPr>
          </a:lstStyle>
          <a:p>
            <a:pPr rtl="0"/>
            <a:r>
              <a:rPr lang="it-IT"/>
              <a:t>08/09/20XX</a:t>
            </a:r>
          </a:p>
        </p:txBody>
      </p:sp>
      <p:sp>
        <p:nvSpPr>
          <p:cNvPr id="11" name="Segnaposto piè di pagina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lang="it-IT" sz="1200">
                <a:solidFill>
                  <a:schemeClr val="accent3"/>
                </a:solidFill>
                <a:latin typeface="+mn-lt"/>
              </a:defRPr>
            </a:lvl1pPr>
          </a:lstStyle>
          <a:p>
            <a:pPr rtl="0"/>
            <a:endParaRPr lang="it-IT" dirty="0"/>
          </a:p>
        </p:txBody>
      </p:sp>
      <p:sp>
        <p:nvSpPr>
          <p:cNvPr id="12" name="Segnaposto numero diapositiva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lang="it-IT" sz="1200">
                <a:solidFill>
                  <a:schemeClr val="accent2"/>
                </a:solidFill>
                <a:latin typeface="+mn-lt"/>
              </a:defRPr>
            </a:lvl1pPr>
          </a:lstStyle>
          <a:p>
            <a:pPr rtl="0"/>
            <a:fld id="{294A09A9-5501-47C1-A89A-A340965A2BE2}" type="slidenum">
              <a:rPr lang="it-IT" smtClean="0"/>
              <a:pPr/>
              <a:t>‹N›</a:t>
            </a:fld>
            <a:endParaRPr lang="it-IT" dirty="0"/>
          </a:p>
        </p:txBody>
      </p:sp>
    </p:spTree>
    <p:extLst>
      <p:ext uri="{BB962C8B-B14F-4D97-AF65-F5344CB8AC3E}">
        <p14:creationId xmlns:p14="http://schemas.microsoft.com/office/powerpoint/2010/main" val="7678435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olo e 2 contenuti">
    <p:bg>
      <p:bgPr>
        <a:solidFill>
          <a:schemeClr val="accent1"/>
        </a:solidFill>
        <a:effectLst/>
      </p:bgPr>
    </p:bg>
    <p:spTree>
      <p:nvGrpSpPr>
        <p:cNvPr id="1" name=""/>
        <p:cNvGrpSpPr/>
        <p:nvPr/>
      </p:nvGrpSpPr>
      <p:grpSpPr>
        <a:xfrm>
          <a:off x="0" y="0"/>
          <a:ext cx="0" cy="0"/>
          <a:chOff x="0" y="0"/>
          <a:chExt cx="0" cy="0"/>
        </a:xfrm>
      </p:grpSpPr>
      <p:grpSp>
        <p:nvGrpSpPr>
          <p:cNvPr id="6" name="Gruppo 5">
            <a:extLst>
              <a:ext uri="{FF2B5EF4-FFF2-40B4-BE49-F238E27FC236}">
                <a16:creationId xmlns:a16="http://schemas.microsoft.com/office/drawing/2014/main" id="{1A0E8D4A-B13C-C7EE-5E27-278124A1276E}"/>
              </a:ext>
              <a:ext uri="{C183D7F6-B498-43B3-948B-1728B52AA6E4}">
                <adec:decorative xmlns:adec="http://schemas.microsoft.com/office/drawing/2017/decorative" val="1"/>
              </a:ext>
            </a:extLst>
          </p:cNvPr>
          <p:cNvGrpSpPr/>
          <p:nvPr userDrawn="1"/>
        </p:nvGrpSpPr>
        <p:grpSpPr>
          <a:xfrm>
            <a:off x="1" y="1"/>
            <a:ext cx="12191999" cy="6857999"/>
            <a:chOff x="1" y="1"/>
            <a:chExt cx="12191999" cy="6857999"/>
          </a:xfrm>
        </p:grpSpPr>
        <p:sp>
          <p:nvSpPr>
            <p:cNvPr id="4" name="Figura a mano libera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p>
          </p:txBody>
        </p:sp>
        <p:sp>
          <p:nvSpPr>
            <p:cNvPr id="5" name="Figura a mano libera 4">
              <a:extLst>
                <a:ext uri="{FF2B5EF4-FFF2-40B4-BE49-F238E27FC236}">
                  <a16:creationId xmlns:a16="http://schemas.microsoft.com/office/drawing/2014/main" id="{055FD0FC-C8FF-6741-A364-A29CDC6F9495}"/>
                </a:ext>
              </a:extLst>
            </p:cNvPr>
            <p:cNvSpPr/>
            <p:nvPr userDrawn="1"/>
          </p:nvSpPr>
          <p:spPr>
            <a:xfrm rot="5400000" flipH="1">
              <a:off x="1"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p>
          </p:txBody>
        </p:sp>
      </p:grpSp>
      <p:sp>
        <p:nvSpPr>
          <p:cNvPr id="2" name="Titolo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69008"/>
            <a:ext cx="9779183" cy="1706563"/>
          </a:xfrm>
        </p:spPr>
        <p:txBody>
          <a:bodyPr rtlCol="0" anchor="b">
            <a:noAutofit/>
          </a:bodyPr>
          <a:lstStyle>
            <a:lvl1pPr>
              <a:defRPr lang="it-IT" sz="4200" b="1">
                <a:solidFill>
                  <a:schemeClr val="bg1"/>
                </a:solidFill>
                <a:latin typeface="+mj-lt"/>
              </a:defRPr>
            </a:lvl1pPr>
          </a:lstStyle>
          <a:p>
            <a:pPr rtl="0"/>
            <a:r>
              <a:rPr lang="it-IT"/>
              <a:t>Fare clic per inserire il titolo</a:t>
            </a:r>
          </a:p>
        </p:txBody>
      </p:sp>
      <p:sp>
        <p:nvSpPr>
          <p:cNvPr id="14" name="Segnaposto contenuto 2">
            <a:extLst>
              <a:ext uri="{FF2B5EF4-FFF2-40B4-BE49-F238E27FC236}">
                <a16:creationId xmlns:a16="http://schemas.microsoft.com/office/drawing/2014/main" id="{926B296A-EB6A-9BE9-E813-B15C46524F4D}"/>
              </a:ext>
            </a:extLst>
          </p:cNvPr>
          <p:cNvSpPr>
            <a:spLocks noGrp="1"/>
          </p:cNvSpPr>
          <p:nvPr>
            <p:ph idx="12" hasCustomPrompt="1"/>
          </p:nvPr>
        </p:nvSpPr>
        <p:spPr>
          <a:xfrm>
            <a:off x="1167493" y="2023984"/>
            <a:ext cx="4663440" cy="3332832"/>
          </a:xfrm>
        </p:spPr>
        <p:txBody>
          <a:bodyPr rtlCol="0">
            <a:normAutofit/>
          </a:bodyPr>
          <a:lstStyle>
            <a:lvl1pPr marL="530352" indent="-530352">
              <a:spcBef>
                <a:spcPts val="1000"/>
              </a:spcBef>
              <a:buFont typeface="+mj-lt"/>
              <a:buAutoNum type="arabicPeriod"/>
              <a:defRPr lang="it-IT" sz="2000">
                <a:solidFill>
                  <a:schemeClr val="bg1"/>
                </a:solidFill>
                <a:latin typeface="+mn-lt"/>
              </a:defRPr>
            </a:lvl1pPr>
            <a:lvl2pPr marL="1097280" indent="-530352">
              <a:spcBef>
                <a:spcPts val="1000"/>
              </a:spcBef>
              <a:buFont typeface="+mj-lt"/>
              <a:buAutoNum type="alphaLcPeriod"/>
              <a:defRPr lang="it-IT" sz="2000">
                <a:solidFill>
                  <a:schemeClr val="bg1"/>
                </a:solidFill>
                <a:latin typeface="+mn-lt"/>
              </a:defRPr>
            </a:lvl2pPr>
            <a:lvl3pPr marL="1645920" indent="-530352">
              <a:spcBef>
                <a:spcPts val="1000"/>
              </a:spcBef>
              <a:buFont typeface="+mj-lt"/>
              <a:buAutoNum type="arabicParenR"/>
              <a:defRPr lang="it-IT" sz="2000">
                <a:solidFill>
                  <a:schemeClr val="bg1"/>
                </a:solidFill>
                <a:latin typeface="+mn-lt"/>
              </a:defRPr>
            </a:lvl3pPr>
            <a:lvl4pPr marL="1920240" indent="-530352">
              <a:spcBef>
                <a:spcPts val="1000"/>
              </a:spcBef>
              <a:buFont typeface="+mj-lt"/>
              <a:buAutoNum type="alphaLcParenR"/>
              <a:defRPr lang="it-IT" sz="2000">
                <a:solidFill>
                  <a:schemeClr val="bg1"/>
                </a:solidFill>
                <a:latin typeface="+mn-lt"/>
              </a:defRPr>
            </a:lvl4pPr>
            <a:lvl5pPr marL="2560320" indent="-514350">
              <a:spcBef>
                <a:spcPts val="1000"/>
              </a:spcBef>
              <a:buFont typeface="+mj-lt"/>
              <a:buAutoNum type="romanLcPeriod"/>
              <a:defRPr lang="it-IT" sz="2000">
                <a:solidFill>
                  <a:schemeClr val="bg1"/>
                </a:solidFill>
                <a:latin typeface="+mn-lt"/>
              </a:defRPr>
            </a:lvl5pPr>
          </a:lstStyle>
          <a:p>
            <a:pPr lvl="0" rtl="0"/>
            <a:r>
              <a:rPr lang="it-IT"/>
              <a:t>Fare clic per inserire il testo</a:t>
            </a:r>
          </a:p>
          <a:p>
            <a:pPr lvl="1" rtl="0"/>
            <a:r>
              <a:rPr lang="it-IT"/>
              <a:t>Secondo livello</a:t>
            </a:r>
          </a:p>
          <a:p>
            <a:pPr lvl="2" rtl="0"/>
            <a:r>
              <a:rPr lang="it-IT"/>
              <a:t>Terzo livello</a:t>
            </a:r>
          </a:p>
          <a:p>
            <a:pPr lvl="3" rtl="0"/>
            <a:r>
              <a:rPr lang="it-IT"/>
              <a:t>Quarto livello</a:t>
            </a:r>
          </a:p>
          <a:p>
            <a:pPr lvl="4" rtl="0"/>
            <a:r>
              <a:rPr lang="it-IT"/>
              <a:t>Quinto livello</a:t>
            </a:r>
          </a:p>
        </p:txBody>
      </p:sp>
      <p:sp>
        <p:nvSpPr>
          <p:cNvPr id="9" name="Segnaposto contenuto 2">
            <a:extLst>
              <a:ext uri="{FF2B5EF4-FFF2-40B4-BE49-F238E27FC236}">
                <a16:creationId xmlns:a16="http://schemas.microsoft.com/office/drawing/2014/main" id="{9435B7D5-E7F8-1267-8942-3C97BE836B98}"/>
              </a:ext>
            </a:extLst>
          </p:cNvPr>
          <p:cNvSpPr>
            <a:spLocks noGrp="1"/>
          </p:cNvSpPr>
          <p:nvPr>
            <p:ph idx="11" hasCustomPrompt="1"/>
          </p:nvPr>
        </p:nvSpPr>
        <p:spPr>
          <a:xfrm>
            <a:off x="6283235" y="2023984"/>
            <a:ext cx="4663440" cy="3332832"/>
          </a:xfrm>
        </p:spPr>
        <p:txBody>
          <a:bodyPr rtlCol="0">
            <a:normAutofit/>
          </a:bodyPr>
          <a:lstStyle>
            <a:lvl1pPr marL="0" indent="0">
              <a:spcBef>
                <a:spcPts val="1000"/>
              </a:spcBef>
              <a:buFont typeface="Arial" panose="020B0604020202020204" pitchFamily="34" charset="0"/>
              <a:buNone/>
              <a:defRPr lang="it-IT" sz="2000">
                <a:solidFill>
                  <a:schemeClr val="bg1"/>
                </a:solidFill>
                <a:latin typeface="+mn-lt"/>
              </a:defRPr>
            </a:lvl1pPr>
            <a:lvl2pPr marL="283464" indent="-283464">
              <a:spcBef>
                <a:spcPts val="1000"/>
              </a:spcBef>
              <a:buFont typeface="Arial" panose="020B0604020202020204" pitchFamily="34" charset="0"/>
              <a:buChar char="•"/>
              <a:defRPr lang="it-IT" sz="2000">
                <a:solidFill>
                  <a:schemeClr val="bg1"/>
                </a:solidFill>
                <a:latin typeface="+mn-lt"/>
              </a:defRPr>
            </a:lvl2pPr>
            <a:lvl3pPr marL="566928" indent="-283464">
              <a:spcBef>
                <a:spcPts val="1000"/>
              </a:spcBef>
              <a:buFont typeface="Arial" panose="020B0604020202020204" pitchFamily="34" charset="0"/>
              <a:buChar char="•"/>
              <a:defRPr lang="it-IT" sz="2000">
                <a:solidFill>
                  <a:schemeClr val="bg1"/>
                </a:solidFill>
                <a:latin typeface="+mn-lt"/>
              </a:defRPr>
            </a:lvl3pPr>
            <a:lvl4pPr marL="850392" indent="-283464">
              <a:spcBef>
                <a:spcPts val="1000"/>
              </a:spcBef>
              <a:buFont typeface="Arial" panose="020B0604020202020204" pitchFamily="34" charset="0"/>
              <a:buChar char="•"/>
              <a:defRPr lang="it-IT" sz="2000">
                <a:solidFill>
                  <a:schemeClr val="bg1"/>
                </a:solidFill>
                <a:latin typeface="+mn-lt"/>
              </a:defRPr>
            </a:lvl4pPr>
            <a:lvl5pPr marL="1133856" indent="-283464">
              <a:spcBef>
                <a:spcPts val="1000"/>
              </a:spcBef>
              <a:buFont typeface="Arial" panose="020B0604020202020204" pitchFamily="34" charset="0"/>
              <a:buChar char="•"/>
              <a:defRPr lang="it-IT" sz="2000">
                <a:solidFill>
                  <a:schemeClr val="bg1"/>
                </a:solidFill>
                <a:latin typeface="+mn-lt"/>
              </a:defRPr>
            </a:lvl5pPr>
          </a:lstStyle>
          <a:p>
            <a:pPr lvl="0" rtl="0"/>
            <a:r>
              <a:rPr lang="it-IT"/>
              <a:t>Fare clic per inserire il testo</a:t>
            </a:r>
          </a:p>
          <a:p>
            <a:pPr lvl="1" rtl="0"/>
            <a:r>
              <a:rPr lang="it-IT"/>
              <a:t>Secondo livello</a:t>
            </a:r>
          </a:p>
          <a:p>
            <a:pPr lvl="2" rtl="0"/>
            <a:r>
              <a:rPr lang="it-IT"/>
              <a:t>Terzo livello</a:t>
            </a:r>
          </a:p>
          <a:p>
            <a:pPr lvl="3" rtl="0"/>
            <a:r>
              <a:rPr lang="it-IT"/>
              <a:t>Quarto livello</a:t>
            </a:r>
          </a:p>
          <a:p>
            <a:pPr lvl="4" rtl="0"/>
            <a:r>
              <a:rPr lang="it-IT"/>
              <a:t>Quinto livello</a:t>
            </a:r>
          </a:p>
        </p:txBody>
      </p:sp>
      <p:sp>
        <p:nvSpPr>
          <p:cNvPr id="10" name="Segnaposto data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lang="it-IT" sz="1200">
                <a:solidFill>
                  <a:schemeClr val="accent3"/>
                </a:solidFill>
                <a:latin typeface="+mn-lt"/>
              </a:defRPr>
            </a:lvl1pPr>
          </a:lstStyle>
          <a:p>
            <a:pPr rtl="0"/>
            <a:r>
              <a:rPr lang="it-IT"/>
              <a:t>08/09/20XX</a:t>
            </a:r>
          </a:p>
        </p:txBody>
      </p:sp>
      <p:sp>
        <p:nvSpPr>
          <p:cNvPr id="11" name="Segnaposto piè di pagina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lang="it-IT" sz="1200">
                <a:solidFill>
                  <a:schemeClr val="accent2"/>
                </a:solidFill>
                <a:latin typeface="+mn-lt"/>
              </a:defRPr>
            </a:lvl1pPr>
          </a:lstStyle>
          <a:p>
            <a:pPr rtl="0"/>
            <a:endParaRPr lang="it-IT" dirty="0"/>
          </a:p>
        </p:txBody>
      </p:sp>
      <p:sp>
        <p:nvSpPr>
          <p:cNvPr id="12" name="Segnaposto numero diapositiva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lang="it-IT" sz="1200">
                <a:solidFill>
                  <a:schemeClr val="accent2"/>
                </a:solidFill>
                <a:latin typeface="+mn-lt"/>
              </a:defRPr>
            </a:lvl1pPr>
          </a:lstStyle>
          <a:p>
            <a:pPr rtl="0"/>
            <a:fld id="{294A09A9-5501-47C1-A89A-A340965A2BE2}" type="slidenum">
              <a:rPr lang="it-IT" smtClean="0"/>
              <a:pPr/>
              <a:t>‹N›</a:t>
            </a:fld>
            <a:endParaRPr lang="it-IT" dirty="0"/>
          </a:p>
        </p:txBody>
      </p:sp>
    </p:spTree>
    <p:extLst>
      <p:ext uri="{BB962C8B-B14F-4D97-AF65-F5344CB8AC3E}">
        <p14:creationId xmlns:p14="http://schemas.microsoft.com/office/powerpoint/2010/main" val="40204266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Grafico ">
    <p:bg>
      <p:bgPr>
        <a:solidFill>
          <a:schemeClr val="accent2"/>
        </a:solidFill>
        <a:effectLst/>
      </p:bgPr>
    </p:bg>
    <p:spTree>
      <p:nvGrpSpPr>
        <p:cNvPr id="1" name=""/>
        <p:cNvGrpSpPr/>
        <p:nvPr/>
      </p:nvGrpSpPr>
      <p:grpSpPr>
        <a:xfrm>
          <a:off x="0" y="0"/>
          <a:ext cx="0" cy="0"/>
          <a:chOff x="0" y="0"/>
          <a:chExt cx="0" cy="0"/>
        </a:xfrm>
      </p:grpSpPr>
      <p:grpSp>
        <p:nvGrpSpPr>
          <p:cNvPr id="9" name="Gruppo 8">
            <a:extLst>
              <a:ext uri="{FF2B5EF4-FFF2-40B4-BE49-F238E27FC236}">
                <a16:creationId xmlns:a16="http://schemas.microsoft.com/office/drawing/2014/main" id="{ABA2A58C-57B7-834C-8F5C-3299322411B1}"/>
              </a:ext>
              <a:ext uri="{C183D7F6-B498-43B3-948B-1728B52AA6E4}">
                <adec:decorative xmlns:adec="http://schemas.microsoft.com/office/drawing/2017/decorative" val="1"/>
              </a:ext>
            </a:extLst>
          </p:cNvPr>
          <p:cNvGrpSpPr/>
          <p:nvPr userDrawn="1"/>
        </p:nvGrpSpPr>
        <p:grpSpPr>
          <a:xfrm rot="16200000">
            <a:off x="10772262" y="152641"/>
            <a:ext cx="1572380" cy="1267097"/>
            <a:chOff x="7413403" y="4976359"/>
            <a:chExt cx="2334986" cy="1881641"/>
          </a:xfrm>
        </p:grpSpPr>
        <p:sp>
          <p:nvSpPr>
            <p:cNvPr id="13" name="Figura a mano libera 12">
              <a:extLst>
                <a:ext uri="{FF2B5EF4-FFF2-40B4-BE49-F238E27FC236}">
                  <a16:creationId xmlns:a16="http://schemas.microsoft.com/office/drawing/2014/main" id="{801D8067-144A-FE48-AF1E-529B662DCAD3}"/>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p>
          </p:txBody>
        </p:sp>
        <p:sp>
          <p:nvSpPr>
            <p:cNvPr id="14" name="Figura a mano libera 13">
              <a:extLst>
                <a:ext uri="{FF2B5EF4-FFF2-40B4-BE49-F238E27FC236}">
                  <a16:creationId xmlns:a16="http://schemas.microsoft.com/office/drawing/2014/main" id="{2ECA7D87-C78C-C140-AA28-C0FB20209045}"/>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p>
          </p:txBody>
        </p:sp>
      </p:grpSp>
      <p:sp>
        <p:nvSpPr>
          <p:cNvPr id="2" name="Titolo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136526"/>
            <a:ext cx="9779183" cy="1570038"/>
          </a:xfrm>
        </p:spPr>
        <p:txBody>
          <a:bodyPr rtlCol="0" anchor="b">
            <a:noAutofit/>
          </a:bodyPr>
          <a:lstStyle>
            <a:lvl1pPr>
              <a:defRPr lang="it-IT" sz="4200" b="1">
                <a:latin typeface="+mj-lt"/>
              </a:defRPr>
            </a:lvl1pPr>
          </a:lstStyle>
          <a:p>
            <a:pPr rtl="0"/>
            <a:r>
              <a:rPr lang="it-IT"/>
              <a:t>Fare clic per inserire il titolo</a:t>
            </a:r>
          </a:p>
        </p:txBody>
      </p:sp>
      <p:sp>
        <p:nvSpPr>
          <p:cNvPr id="3" name="Segnaposto contenuto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84832"/>
            <a:ext cx="9779182" cy="3366813"/>
          </a:xfrm>
        </p:spPr>
        <p:txBody>
          <a:bodyPr rtlCol="0">
            <a:noAutofit/>
          </a:bodyPr>
          <a:lstStyle>
            <a:lvl1pPr marL="0" indent="0">
              <a:buNone/>
              <a:defRPr lang="it-IT">
                <a:latin typeface="+mn-lt"/>
              </a:defRPr>
            </a:lvl1pPr>
            <a:lvl2pPr marL="457200" indent="0">
              <a:buNone/>
              <a:defRPr lang="it-IT">
                <a:latin typeface="+mn-lt"/>
              </a:defRPr>
            </a:lvl2pPr>
            <a:lvl3pPr marL="914400" indent="0">
              <a:buNone/>
              <a:defRPr lang="it-IT">
                <a:latin typeface="+mn-lt"/>
              </a:defRPr>
            </a:lvl3pPr>
            <a:lvl4pPr marL="1371600" indent="0">
              <a:buNone/>
              <a:defRPr lang="it-IT">
                <a:latin typeface="+mn-lt"/>
              </a:defRPr>
            </a:lvl4pPr>
            <a:lvl5pPr marL="1828800" indent="0">
              <a:buNone/>
              <a:defRPr lang="it-IT">
                <a:latin typeface="+mn-lt"/>
              </a:defRPr>
            </a:lvl5pPr>
          </a:lstStyle>
          <a:p>
            <a:pPr lvl="0" rtl="0"/>
            <a:r>
              <a:rPr lang="it-IT"/>
              <a:t>Fare clic per inserire il testo</a:t>
            </a:r>
          </a:p>
          <a:p>
            <a:pPr lvl="1" rtl="0"/>
            <a:r>
              <a:rPr lang="it-IT"/>
              <a:t>Secondo livello</a:t>
            </a:r>
          </a:p>
          <a:p>
            <a:pPr lvl="2" rtl="0"/>
            <a:r>
              <a:rPr lang="it-IT"/>
              <a:t>Terzo livello</a:t>
            </a:r>
          </a:p>
          <a:p>
            <a:pPr lvl="3" rtl="0"/>
            <a:r>
              <a:rPr lang="it-IT"/>
              <a:t>Quarto livello</a:t>
            </a:r>
          </a:p>
          <a:p>
            <a:pPr lvl="4" rtl="0"/>
            <a:r>
              <a:rPr lang="it-IT"/>
              <a:t>Quinto livello</a:t>
            </a:r>
          </a:p>
        </p:txBody>
      </p:sp>
      <p:sp>
        <p:nvSpPr>
          <p:cNvPr id="10" name="Segnaposto data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lang="it-IT" sz="1200">
                <a:solidFill>
                  <a:schemeClr val="accent3"/>
                </a:solidFill>
                <a:latin typeface="+mn-lt"/>
              </a:defRPr>
            </a:lvl1pPr>
          </a:lstStyle>
          <a:p>
            <a:pPr rtl="0"/>
            <a:r>
              <a:rPr lang="it-IT"/>
              <a:t>08/09/20XX</a:t>
            </a:r>
          </a:p>
        </p:txBody>
      </p:sp>
      <p:sp>
        <p:nvSpPr>
          <p:cNvPr id="11" name="Segnaposto piè di pagina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lang="it-IT" sz="1200">
                <a:solidFill>
                  <a:schemeClr val="accent3"/>
                </a:solidFill>
                <a:latin typeface="+mn-lt"/>
              </a:defRPr>
            </a:lvl1pPr>
          </a:lstStyle>
          <a:p>
            <a:pPr rtl="0"/>
            <a:endParaRPr lang="it-IT" dirty="0"/>
          </a:p>
        </p:txBody>
      </p:sp>
      <p:sp>
        <p:nvSpPr>
          <p:cNvPr id="12" name="Segnaposto numero diapositiva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lang="it-IT" sz="1200">
                <a:solidFill>
                  <a:schemeClr val="accent3"/>
                </a:solidFill>
                <a:latin typeface="+mn-lt"/>
              </a:defRPr>
            </a:lvl1pPr>
          </a:lstStyle>
          <a:p>
            <a:pPr rtl="0"/>
            <a:fld id="{294A09A9-5501-47C1-A89A-A340965A2BE2}" type="slidenum">
              <a:rPr lang="it-IT" smtClean="0"/>
              <a:pPr/>
              <a:t>‹N›</a:t>
            </a:fld>
            <a:endParaRPr lang="it-IT" dirty="0"/>
          </a:p>
        </p:txBody>
      </p:sp>
    </p:spTree>
    <p:extLst>
      <p:ext uri="{BB962C8B-B14F-4D97-AF65-F5344CB8AC3E}">
        <p14:creationId xmlns:p14="http://schemas.microsoft.com/office/powerpoint/2010/main" val="3190945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Diapositiva finale">
    <p:spTree>
      <p:nvGrpSpPr>
        <p:cNvPr id="1" name=""/>
        <p:cNvGrpSpPr/>
        <p:nvPr/>
      </p:nvGrpSpPr>
      <p:grpSpPr>
        <a:xfrm>
          <a:off x="0" y="0"/>
          <a:ext cx="0" cy="0"/>
          <a:chOff x="0" y="0"/>
          <a:chExt cx="0" cy="0"/>
        </a:xfrm>
      </p:grpSpPr>
      <p:grpSp>
        <p:nvGrpSpPr>
          <p:cNvPr id="5" name="Gruppo 4">
            <a:extLst>
              <a:ext uri="{FF2B5EF4-FFF2-40B4-BE49-F238E27FC236}">
                <a16:creationId xmlns:a16="http://schemas.microsoft.com/office/drawing/2014/main" id="{78AD52EA-B01E-8D38-D87A-BF7EB5B58A82}"/>
              </a:ext>
              <a:ext uri="{C183D7F6-B498-43B3-948B-1728B52AA6E4}">
                <adec:decorative xmlns:adec="http://schemas.microsoft.com/office/drawing/2017/decorative" val="1"/>
              </a:ext>
            </a:extLst>
          </p:cNvPr>
          <p:cNvGrpSpPr/>
          <p:nvPr userDrawn="1"/>
        </p:nvGrpSpPr>
        <p:grpSpPr>
          <a:xfrm>
            <a:off x="0" y="-1"/>
            <a:ext cx="12192001" cy="6864796"/>
            <a:chOff x="0" y="-1"/>
            <a:chExt cx="12192001" cy="6864796"/>
          </a:xfrm>
        </p:grpSpPr>
        <p:sp>
          <p:nvSpPr>
            <p:cNvPr id="4" name="Rettangolo 3">
              <a:extLst>
                <a:ext uri="{FF2B5EF4-FFF2-40B4-BE49-F238E27FC236}">
                  <a16:creationId xmlns:a16="http://schemas.microsoft.com/office/drawing/2014/main" id="{9AC79249-FDC0-364D-A734-AE1DE1605D28}"/>
                </a:ext>
              </a:extLst>
            </p:cNvPr>
            <p:cNvSpPr/>
            <p:nvPr userDrawn="1"/>
          </p:nvSpPr>
          <p:spPr>
            <a:xfrm>
              <a:off x="8264426" y="0"/>
              <a:ext cx="3927574"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it-IT"/>
              </a:defPPr>
            </a:lstStyle>
            <a:p>
              <a:pPr algn="ctr" rtl="0"/>
              <a:endParaRPr lang="it-IT" dirty="0"/>
            </a:p>
          </p:txBody>
        </p:sp>
        <p:grpSp>
          <p:nvGrpSpPr>
            <p:cNvPr id="6" name="Gruppo 5">
              <a:extLst>
                <a:ext uri="{FF2B5EF4-FFF2-40B4-BE49-F238E27FC236}">
                  <a16:creationId xmlns:a16="http://schemas.microsoft.com/office/drawing/2014/main" id="{F15FBB50-09C8-B64E-AE57-67C5E70810CB}"/>
                </a:ext>
              </a:extLst>
            </p:cNvPr>
            <p:cNvGrpSpPr/>
            <p:nvPr userDrawn="1"/>
          </p:nvGrpSpPr>
          <p:grpSpPr>
            <a:xfrm>
              <a:off x="8264427" y="3685939"/>
              <a:ext cx="3927573" cy="3178856"/>
              <a:chOff x="9857014" y="13834"/>
              <a:chExt cx="2334986" cy="1881641"/>
            </a:xfrm>
          </p:grpSpPr>
          <p:sp>
            <p:nvSpPr>
              <p:cNvPr id="15" name="Figura a mano libera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p>
            </p:txBody>
          </p:sp>
          <p:sp>
            <p:nvSpPr>
              <p:cNvPr id="16" name="Figura a mano libera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p>
            </p:txBody>
          </p:sp>
        </p:grpSp>
        <p:sp>
          <p:nvSpPr>
            <p:cNvPr id="22" name="Figura a mano libera 21">
              <a:extLst>
                <a:ext uri="{FF2B5EF4-FFF2-40B4-BE49-F238E27FC236}">
                  <a16:creationId xmlns:a16="http://schemas.microsoft.com/office/drawing/2014/main" id="{BC68F289-2744-2F48-893A-3F17911625C8}"/>
                </a:ext>
              </a:extLst>
            </p:cNvPr>
            <p:cNvSpPr/>
            <p:nvPr userDrawn="1"/>
          </p:nvSpPr>
          <p:spPr>
            <a:xfrm>
              <a:off x="0" y="-1"/>
              <a:ext cx="1167493" cy="1167493"/>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p>
          </p:txBody>
        </p:sp>
        <p:sp>
          <p:nvSpPr>
            <p:cNvPr id="17" name="Figura a mano libera 16">
              <a:extLst>
                <a:ext uri="{FF2B5EF4-FFF2-40B4-BE49-F238E27FC236}">
                  <a16:creationId xmlns:a16="http://schemas.microsoft.com/office/drawing/2014/main" id="{39563C76-BC00-DE47-88F5-C24D3CE3325A}"/>
                </a:ext>
              </a:extLst>
            </p:cNvPr>
            <p:cNvSpPr/>
            <p:nvPr userDrawn="1"/>
          </p:nvSpPr>
          <p:spPr>
            <a:xfrm>
              <a:off x="10228214" y="-1"/>
              <a:ext cx="1963787" cy="3178856"/>
            </a:xfrm>
            <a:custGeom>
              <a:avLst/>
              <a:gdLst>
                <a:gd name="connsiteX0" fmla="*/ 0 w 1963787"/>
                <a:gd name="connsiteY0" fmla="*/ 0 h 3178856"/>
                <a:gd name="connsiteX1" fmla="*/ 1963787 w 1963787"/>
                <a:gd name="connsiteY1" fmla="*/ 0 h 3178856"/>
                <a:gd name="connsiteX2" fmla="*/ 1963787 w 1963787"/>
                <a:gd name="connsiteY2" fmla="*/ 1967129 h 3178856"/>
                <a:gd name="connsiteX3" fmla="*/ 1963787 w 1963787"/>
                <a:gd name="connsiteY3" fmla="*/ 2349671 h 3178856"/>
                <a:gd name="connsiteX4" fmla="*/ 1963787 w 1963787"/>
                <a:gd name="connsiteY4" fmla="*/ 3178856 h 3178856"/>
                <a:gd name="connsiteX5" fmla="*/ 1963753 w 1963787"/>
                <a:gd name="connsiteY5" fmla="*/ 3178856 h 3178856"/>
                <a:gd name="connsiteX6" fmla="*/ 1763002 w 1963787"/>
                <a:gd name="connsiteY6" fmla="*/ 3168629 h 3178856"/>
                <a:gd name="connsiteX7" fmla="*/ 0 w 1963787"/>
                <a:gd name="connsiteY7" fmla="*/ 1197921 h 3178856"/>
                <a:gd name="connsiteX8" fmla="*/ 0 w 1963787"/>
                <a:gd name="connsiteY8" fmla="*/ 1039961 h 3178856"/>
                <a:gd name="connsiteX9" fmla="*/ 0 w 1963787"/>
                <a:gd name="connsiteY9" fmla="*/ 0 h 3178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3787" h="3178856">
                  <a:moveTo>
                    <a:pt x="0" y="0"/>
                  </a:moveTo>
                  <a:lnTo>
                    <a:pt x="1963787" y="0"/>
                  </a:lnTo>
                  <a:lnTo>
                    <a:pt x="1963787" y="1967129"/>
                  </a:lnTo>
                  <a:lnTo>
                    <a:pt x="1963787" y="2349671"/>
                  </a:lnTo>
                  <a:lnTo>
                    <a:pt x="1963787" y="3178856"/>
                  </a:lnTo>
                  <a:lnTo>
                    <a:pt x="1963753" y="3178856"/>
                  </a:lnTo>
                  <a:lnTo>
                    <a:pt x="1763002" y="3168629"/>
                  </a:lnTo>
                  <a:cubicBezTo>
                    <a:pt x="772749" y="3067186"/>
                    <a:pt x="0" y="2223585"/>
                    <a:pt x="0" y="1197921"/>
                  </a:cubicBezTo>
                  <a:lnTo>
                    <a:pt x="0" y="1039961"/>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it-IT"/>
              </a:defPPr>
            </a:lstStyle>
            <a:p>
              <a:pPr algn="ctr" rtl="0"/>
              <a:endParaRPr lang="it-IT" dirty="0"/>
            </a:p>
          </p:txBody>
        </p:sp>
      </p:grpSp>
      <p:sp>
        <p:nvSpPr>
          <p:cNvPr id="2" name="Titolo 1">
            <a:extLst>
              <a:ext uri="{FF2B5EF4-FFF2-40B4-BE49-F238E27FC236}">
                <a16:creationId xmlns:a16="http://schemas.microsoft.com/office/drawing/2014/main" id="{494248F2-5264-4601-AA0B-6C092F77F2DD}"/>
              </a:ext>
            </a:extLst>
          </p:cNvPr>
          <p:cNvSpPr>
            <a:spLocks noGrp="1"/>
          </p:cNvSpPr>
          <p:nvPr>
            <p:ph type="ctrTitle" hasCustomPrompt="1"/>
          </p:nvPr>
        </p:nvSpPr>
        <p:spPr>
          <a:xfrm>
            <a:off x="1167494" y="252549"/>
            <a:ext cx="6220278" cy="3262811"/>
          </a:xfrm>
        </p:spPr>
        <p:txBody>
          <a:bodyPr rtlCol="0" anchor="b">
            <a:noAutofit/>
          </a:bodyPr>
          <a:lstStyle>
            <a:lvl1pPr algn="l">
              <a:defRPr lang="it-IT" sz="6000" b="1">
                <a:latin typeface="+mj-lt"/>
              </a:defRPr>
            </a:lvl1pPr>
          </a:lstStyle>
          <a:p>
            <a:pPr rtl="0"/>
            <a:r>
              <a:rPr lang="it-IT"/>
              <a:t>Fare clic per inserire il titolo</a:t>
            </a:r>
          </a:p>
        </p:txBody>
      </p:sp>
      <p:sp>
        <p:nvSpPr>
          <p:cNvPr id="3" name="Sottotitolo 2">
            <a:extLst>
              <a:ext uri="{FF2B5EF4-FFF2-40B4-BE49-F238E27FC236}">
                <a16:creationId xmlns:a16="http://schemas.microsoft.com/office/drawing/2014/main" id="{DCFB69D3-5632-4285-A209-9DCA67DA668C}"/>
              </a:ext>
            </a:extLst>
          </p:cNvPr>
          <p:cNvSpPr>
            <a:spLocks noGrp="1"/>
          </p:cNvSpPr>
          <p:nvPr>
            <p:ph type="subTitle" idx="1" hasCustomPrompt="1"/>
          </p:nvPr>
        </p:nvSpPr>
        <p:spPr>
          <a:xfrm>
            <a:off x="1167493" y="3685939"/>
            <a:ext cx="6220277" cy="2919512"/>
          </a:xfrm>
        </p:spPr>
        <p:txBody>
          <a:bodyPr rtlCol="0" anchor="t" anchorCtr="0">
            <a:normAutofit/>
          </a:bodyPr>
          <a:lstStyle>
            <a:lvl1pPr marL="0" indent="0" algn="l">
              <a:buNone/>
              <a:defRPr lang="it-IT" sz="2800">
                <a:latin typeface="+mn-lt"/>
              </a:defRPr>
            </a:lvl1pPr>
            <a:lvl2pPr marL="457200" indent="0" algn="ctr">
              <a:buNone/>
              <a:defRPr lang="it-IT" sz="2000"/>
            </a:lvl2pPr>
            <a:lvl3pPr marL="914400" indent="0" algn="ctr">
              <a:buNone/>
              <a:defRPr lang="it-IT" sz="1800"/>
            </a:lvl3pPr>
            <a:lvl4pPr marL="1371600" indent="0" algn="ctr">
              <a:buNone/>
              <a:defRPr lang="it-IT" sz="1600"/>
            </a:lvl4pPr>
            <a:lvl5pPr marL="1828800" indent="0" algn="ctr">
              <a:buNone/>
              <a:defRPr lang="it-IT" sz="1600"/>
            </a:lvl5pPr>
            <a:lvl6pPr marL="2286000" indent="0" algn="ctr">
              <a:buNone/>
              <a:defRPr lang="it-IT" sz="1600"/>
            </a:lvl6pPr>
            <a:lvl7pPr marL="2743200" indent="0" algn="ctr">
              <a:buNone/>
              <a:defRPr lang="it-IT" sz="1600"/>
            </a:lvl7pPr>
            <a:lvl8pPr marL="3200400" indent="0" algn="ctr">
              <a:buNone/>
              <a:defRPr lang="it-IT" sz="1600"/>
            </a:lvl8pPr>
            <a:lvl9pPr marL="3657600" indent="0" algn="ctr">
              <a:buNone/>
              <a:defRPr lang="it-IT" sz="1600"/>
            </a:lvl9pPr>
          </a:lstStyle>
          <a:p>
            <a:pPr lvl="0" rtl="0"/>
            <a:r>
              <a:rPr lang="it-IT"/>
              <a:t>Fare clic per inserire il testo</a:t>
            </a:r>
          </a:p>
        </p:txBody>
      </p:sp>
    </p:spTree>
    <p:extLst>
      <p:ext uri="{BB962C8B-B14F-4D97-AF65-F5344CB8AC3E}">
        <p14:creationId xmlns:p14="http://schemas.microsoft.com/office/powerpoint/2010/main" val="25447069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9198F9AA-2C87-421D-97C1-B4248DFDC2C2}"/>
              </a:ext>
            </a:extLst>
          </p:cNvPr>
          <p:cNvSpPr>
            <a:spLocks noGrp="1"/>
          </p:cNvSpPr>
          <p:nvPr>
            <p:ph type="title"/>
          </p:nvPr>
        </p:nvSpPr>
        <p:spPr>
          <a:xfrm>
            <a:off x="381000" y="381000"/>
            <a:ext cx="11430000" cy="1325563"/>
          </a:xfrm>
          <a:prstGeom prst="rect">
            <a:avLst/>
          </a:prstGeom>
        </p:spPr>
        <p:txBody>
          <a:bodyPr vert="horz" lIns="91440" tIns="45720" rIns="91440" bIns="45720" rtlCol="0" anchor="ctr">
            <a:noAutofit/>
          </a:bodyPr>
          <a:lstStyle>
            <a:defPPr>
              <a:defRPr lang="it-IT"/>
            </a:defPPr>
          </a:lstStyle>
          <a:p>
            <a:pPr rtl="0"/>
            <a:r>
              <a:rPr lang="it-IT"/>
              <a:t>Fare clic per modificare lo stile del titolo</a:t>
            </a:r>
          </a:p>
        </p:txBody>
      </p:sp>
      <p:sp>
        <p:nvSpPr>
          <p:cNvPr id="3" name="Segnaposto testo 2">
            <a:extLst>
              <a:ext uri="{FF2B5EF4-FFF2-40B4-BE49-F238E27FC236}">
                <a16:creationId xmlns:a16="http://schemas.microsoft.com/office/drawing/2014/main" id="{AE98FC63-C8D2-4CE6-A3F1-EE8ED24590C4}"/>
              </a:ext>
            </a:extLst>
          </p:cNvPr>
          <p:cNvSpPr>
            <a:spLocks noGrp="1"/>
          </p:cNvSpPr>
          <p:nvPr>
            <p:ph type="body" idx="1"/>
          </p:nvPr>
        </p:nvSpPr>
        <p:spPr>
          <a:xfrm>
            <a:off x="381000" y="1825625"/>
            <a:ext cx="11430000" cy="4351338"/>
          </a:xfrm>
          <a:prstGeom prst="rect">
            <a:avLst/>
          </a:prstGeom>
        </p:spPr>
        <p:txBody>
          <a:bodyPr vert="horz" lIns="91440" tIns="45720" rIns="91440" bIns="45720" rtlCol="0">
            <a:noAutofit/>
          </a:bodyPr>
          <a:lstStyle>
            <a:defPPr>
              <a:defRPr lang="it-IT"/>
            </a:defPPr>
          </a:lstStyle>
          <a:p>
            <a:pPr lvl="0" rtl="0"/>
            <a:r>
              <a:rPr lang="it-IT"/>
              <a:t>Fare clic per modificare lo stile del titolo</a:t>
            </a:r>
          </a:p>
          <a:p>
            <a:pPr lvl="1" rtl="0"/>
            <a:r>
              <a:rPr lang="it-IT"/>
              <a:t>Secondo livello</a:t>
            </a:r>
          </a:p>
          <a:p>
            <a:pPr lvl="2" rtl="0"/>
            <a:r>
              <a:rPr lang="it-IT"/>
              <a:t>Terzo livello</a:t>
            </a:r>
          </a:p>
          <a:p>
            <a:pPr lvl="3" rtl="0"/>
            <a:r>
              <a:rPr lang="it-IT"/>
              <a:t>Quarto livello</a:t>
            </a:r>
          </a:p>
          <a:p>
            <a:pPr lvl="4" rtl="0"/>
            <a:r>
              <a:rPr lang="it-IT"/>
              <a:t>Quinto livello</a:t>
            </a:r>
          </a:p>
        </p:txBody>
      </p:sp>
      <p:sp>
        <p:nvSpPr>
          <p:cNvPr id="4" name="Segnaposto data 3">
            <a:extLst>
              <a:ext uri="{FF2B5EF4-FFF2-40B4-BE49-F238E27FC236}">
                <a16:creationId xmlns:a16="http://schemas.microsoft.com/office/drawing/2014/main" id="{EED77A09-15C2-4E47-948E-AACAFCA47D40}"/>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lang="it-IT" sz="1200">
                <a:solidFill>
                  <a:schemeClr val="tx2"/>
                </a:solidFill>
                <a:latin typeface="+mn-lt"/>
              </a:defRPr>
            </a:lvl1pPr>
          </a:lstStyle>
          <a:p>
            <a:pPr rtl="0"/>
            <a:r>
              <a:rPr lang="it-IT"/>
              <a:t>08/09/20XX</a:t>
            </a:r>
          </a:p>
        </p:txBody>
      </p:sp>
      <p:sp>
        <p:nvSpPr>
          <p:cNvPr id="5" name="Segnaposto piè di pagina 4">
            <a:extLst>
              <a:ext uri="{FF2B5EF4-FFF2-40B4-BE49-F238E27FC236}">
                <a16:creationId xmlns:a16="http://schemas.microsoft.com/office/drawing/2014/main" id="{60567522-C3B6-46EB-A361-BEC2510B00C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lang="it-IT" sz="1200">
                <a:solidFill>
                  <a:schemeClr val="tx2"/>
                </a:solidFill>
                <a:latin typeface="+mn-lt"/>
              </a:defRPr>
            </a:lvl1pPr>
          </a:lstStyle>
          <a:p>
            <a:pPr rtl="0"/>
            <a:endParaRPr lang="it-IT" dirty="0"/>
          </a:p>
        </p:txBody>
      </p:sp>
      <p:sp>
        <p:nvSpPr>
          <p:cNvPr id="6" name="Segnaposto numero diapositiva 5">
            <a:extLst>
              <a:ext uri="{FF2B5EF4-FFF2-40B4-BE49-F238E27FC236}">
                <a16:creationId xmlns:a16="http://schemas.microsoft.com/office/drawing/2014/main" id="{CDC57CF0-034F-450D-937C-718D5AF1A059}"/>
              </a:ext>
            </a:extLst>
          </p:cNvPr>
          <p:cNvSpPr>
            <a:spLocks noGrp="1"/>
          </p:cNvSpPr>
          <p:nvPr>
            <p:ph type="sldNum" sz="quarter" idx="4"/>
          </p:nvPr>
        </p:nvSpPr>
        <p:spPr>
          <a:xfrm>
            <a:off x="9067800" y="6356350"/>
            <a:ext cx="2743200" cy="365125"/>
          </a:xfrm>
          <a:prstGeom prst="rect">
            <a:avLst/>
          </a:prstGeom>
        </p:spPr>
        <p:txBody>
          <a:bodyPr vert="horz" lIns="91440" tIns="45720" rIns="91440" bIns="45720" rtlCol="0" anchor="ctr">
            <a:noAutofit/>
          </a:bodyPr>
          <a:lstStyle>
            <a:lvl1pPr algn="r">
              <a:defRPr lang="it-IT" sz="1200">
                <a:solidFill>
                  <a:schemeClr val="tx2"/>
                </a:solidFill>
                <a:latin typeface="+mn-lt"/>
              </a:defRPr>
            </a:lvl1pPr>
          </a:lstStyle>
          <a:p>
            <a:pPr rtl="0"/>
            <a:fld id="{294A09A9-5501-47C1-A89A-A340965A2BE2}" type="slidenum">
              <a:rPr lang="it-IT" smtClean="0"/>
              <a:pPr/>
              <a:t>‹N›</a:t>
            </a:fld>
            <a:endParaRPr lang="it-IT" dirty="0"/>
          </a:p>
        </p:txBody>
      </p:sp>
    </p:spTree>
    <p:extLst>
      <p:ext uri="{BB962C8B-B14F-4D97-AF65-F5344CB8AC3E}">
        <p14:creationId xmlns:p14="http://schemas.microsoft.com/office/powerpoint/2010/main" val="17883539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73" r:id="rId3"/>
    <p:sldLayoutId id="2147483671" r:id="rId4"/>
    <p:sldLayoutId id="2147483659" r:id="rId5"/>
    <p:sldLayoutId id="2147483668" r:id="rId6"/>
    <p:sldLayoutId id="2147483669" r:id="rId7"/>
    <p:sldLayoutId id="2147483661" r:id="rId8"/>
    <p:sldLayoutId id="2147483666" r:id="rId9"/>
  </p:sldLayoutIdLst>
  <p:hf sldNum="0" hdr="0" ftr="0" dt="0"/>
  <p:txStyles>
    <p:titleStyle>
      <a:lvl1pPr algn="l" defTabSz="914400" rtl="0" eaLnBrk="1" latinLnBrk="0" hangingPunct="1">
        <a:lnSpc>
          <a:spcPct val="80000"/>
        </a:lnSpc>
        <a:spcBef>
          <a:spcPct val="0"/>
        </a:spcBef>
        <a:buNone/>
        <a:defRPr lang="it-IT"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lang="it-IT"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lang="it-IT"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lang="it-IT"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lang="it-IT"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lang="it-IT"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lang="it-IT"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lang="it-IT"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lang="it-IT"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lang="it-IT" sz="1800" kern="1200">
          <a:solidFill>
            <a:schemeClr val="tx1"/>
          </a:solidFill>
          <a:latin typeface="+mn-lt"/>
          <a:ea typeface="+mn-ea"/>
          <a:cs typeface="+mn-cs"/>
        </a:defRPr>
      </a:lvl9pPr>
    </p:bodyStyle>
    <p:otherStyle>
      <a:defPPr>
        <a:defRPr lang="it-IT"/>
      </a:defPPr>
      <a:lvl1pPr marL="0" algn="l" defTabSz="914400" rtl="0" eaLnBrk="1" latinLnBrk="0" hangingPunct="1">
        <a:defRPr lang="it-IT" sz="1800" kern="1200">
          <a:solidFill>
            <a:schemeClr val="tx1"/>
          </a:solidFill>
          <a:latin typeface="+mn-lt"/>
          <a:ea typeface="+mn-ea"/>
          <a:cs typeface="+mn-cs"/>
        </a:defRPr>
      </a:lvl1pPr>
      <a:lvl2pPr marL="457200" algn="l" defTabSz="914400" rtl="0" eaLnBrk="1" latinLnBrk="0" hangingPunct="1">
        <a:defRPr lang="it-IT" sz="1800" kern="1200">
          <a:solidFill>
            <a:schemeClr val="tx1"/>
          </a:solidFill>
          <a:latin typeface="+mn-lt"/>
          <a:ea typeface="+mn-ea"/>
          <a:cs typeface="+mn-cs"/>
        </a:defRPr>
      </a:lvl2pPr>
      <a:lvl3pPr marL="914400" algn="l" defTabSz="914400" rtl="0" eaLnBrk="1" latinLnBrk="0" hangingPunct="1">
        <a:defRPr lang="it-IT" sz="1800" kern="1200">
          <a:solidFill>
            <a:schemeClr val="tx1"/>
          </a:solidFill>
          <a:latin typeface="+mn-lt"/>
          <a:ea typeface="+mn-ea"/>
          <a:cs typeface="+mn-cs"/>
        </a:defRPr>
      </a:lvl3pPr>
      <a:lvl4pPr marL="1371600" algn="l" defTabSz="914400" rtl="0" eaLnBrk="1" latinLnBrk="0" hangingPunct="1">
        <a:defRPr lang="it-IT" sz="1800" kern="1200">
          <a:solidFill>
            <a:schemeClr val="tx1"/>
          </a:solidFill>
          <a:latin typeface="+mn-lt"/>
          <a:ea typeface="+mn-ea"/>
          <a:cs typeface="+mn-cs"/>
        </a:defRPr>
      </a:lvl4pPr>
      <a:lvl5pPr marL="1828800" algn="l" defTabSz="914400" rtl="0" eaLnBrk="1" latinLnBrk="0" hangingPunct="1">
        <a:defRPr lang="it-IT" sz="1800" kern="1200">
          <a:solidFill>
            <a:schemeClr val="tx1"/>
          </a:solidFill>
          <a:latin typeface="+mn-lt"/>
          <a:ea typeface="+mn-ea"/>
          <a:cs typeface="+mn-cs"/>
        </a:defRPr>
      </a:lvl5pPr>
      <a:lvl6pPr marL="2286000" algn="l" defTabSz="914400" rtl="0" eaLnBrk="1" latinLnBrk="0" hangingPunct="1">
        <a:defRPr lang="it-IT" sz="1800" kern="1200">
          <a:solidFill>
            <a:schemeClr val="tx1"/>
          </a:solidFill>
          <a:latin typeface="+mn-lt"/>
          <a:ea typeface="+mn-ea"/>
          <a:cs typeface="+mn-cs"/>
        </a:defRPr>
      </a:lvl6pPr>
      <a:lvl7pPr marL="2743200" algn="l" defTabSz="914400" rtl="0" eaLnBrk="1" latinLnBrk="0" hangingPunct="1">
        <a:defRPr lang="it-IT" sz="1800" kern="1200">
          <a:solidFill>
            <a:schemeClr val="tx1"/>
          </a:solidFill>
          <a:latin typeface="+mn-lt"/>
          <a:ea typeface="+mn-ea"/>
          <a:cs typeface="+mn-cs"/>
        </a:defRPr>
      </a:lvl7pPr>
      <a:lvl8pPr marL="3200400" algn="l" defTabSz="914400" rtl="0" eaLnBrk="1" latinLnBrk="0" hangingPunct="1">
        <a:defRPr lang="it-IT" sz="1800" kern="1200">
          <a:solidFill>
            <a:schemeClr val="tx1"/>
          </a:solidFill>
          <a:latin typeface="+mn-lt"/>
          <a:ea typeface="+mn-ea"/>
          <a:cs typeface="+mn-cs"/>
        </a:defRPr>
      </a:lvl8pPr>
      <a:lvl9pPr marL="3657600" algn="l" defTabSz="914400" rtl="0" eaLnBrk="1" latinLnBrk="0" hangingPunct="1">
        <a:defRPr lang="it-IT"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A4A3A4"/>
          </p15:clr>
        </p15:guide>
        <p15:guide id="2" pos="3840" userDrawn="1">
          <p15:clr>
            <a:srgbClr val="A4A3A4"/>
          </p15:clr>
        </p15:guide>
        <p15:guide id="3" pos="240" userDrawn="1">
          <p15:clr>
            <a:srgbClr val="547EBF"/>
          </p15:clr>
        </p15:guide>
        <p15:guide id="4" orient="horz" pos="240" userDrawn="1">
          <p15:clr>
            <a:srgbClr val="547EBF"/>
          </p15:clr>
        </p15:guide>
        <p15:guide id="5" pos="7440" userDrawn="1">
          <p15:clr>
            <a:srgbClr val="547EBF"/>
          </p15:clr>
        </p15:guide>
        <p15:guide id="6" orient="horz" pos="4080" userDrawn="1">
          <p15:clr>
            <a:srgbClr val="547EBF"/>
          </p15:clr>
        </p15:guide>
        <p15:guide id="7" pos="3960" userDrawn="1">
          <p15:clr>
            <a:srgbClr val="547EBF"/>
          </p15:clr>
        </p15:guide>
        <p15:guide id="8" pos="3720" userDrawn="1">
          <p15:clr>
            <a:srgbClr val="547EBF"/>
          </p15:clr>
        </p15:guide>
        <p15:guide id="9" pos="2112" userDrawn="1">
          <p15:clr>
            <a:srgbClr val="547EBF"/>
          </p15:clr>
        </p15:guide>
        <p15:guide id="10" pos="1848" userDrawn="1">
          <p15:clr>
            <a:srgbClr val="547EBF"/>
          </p15:clr>
        </p15:guide>
        <p15:guide id="11" pos="5568" userDrawn="1">
          <p15:clr>
            <a:srgbClr val="547EBF"/>
          </p15:clr>
        </p15:guide>
        <p15:guide id="12" pos="5832" userDrawn="1">
          <p15:clr>
            <a:srgbClr val="547EBF"/>
          </p15:clr>
        </p15:guide>
        <p15:guide id="13" pos="4968" userDrawn="1">
          <p15:clr>
            <a:srgbClr val="9FCC3B"/>
          </p15:clr>
        </p15:guide>
        <p15:guide id="14" pos="5208" userDrawn="1">
          <p15:clr>
            <a:srgbClr val="9FCC3B"/>
          </p15:clr>
        </p15:guide>
        <p15:guide id="15" pos="2712" userDrawn="1">
          <p15:clr>
            <a:srgbClr val="9FCC3B"/>
          </p15:clr>
        </p15:guide>
        <p15:guide id="16" pos="2472"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8.xml"/><Relationship Id="rId5" Type="http://schemas.openxmlformats.org/officeDocument/2006/relationships/image" Target="../media/image16.png"/><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1DF3D98-3C30-4CFC-8643-C81E829C8C25}"/>
              </a:ext>
            </a:extLst>
          </p:cNvPr>
          <p:cNvSpPr>
            <a:spLocks noGrp="1"/>
          </p:cNvSpPr>
          <p:nvPr>
            <p:ph type="ctrTitle"/>
          </p:nvPr>
        </p:nvSpPr>
        <p:spPr>
          <a:xfrm>
            <a:off x="838371" y="232913"/>
            <a:ext cx="7696029" cy="3196087"/>
          </a:xfrm>
        </p:spPr>
        <p:txBody>
          <a:bodyPr rtlCol="0"/>
          <a:lstStyle>
            <a:defPPr>
              <a:defRPr lang="it-IT"/>
            </a:defPPr>
          </a:lstStyle>
          <a:p>
            <a:r>
              <a:rPr lang="it-IT" sz="4800" dirty="0"/>
              <a:t>Benchmarking e sentiment </a:t>
            </a:r>
            <a:r>
              <a:rPr lang="it-IT" sz="4800" dirty="0" err="1"/>
              <a:t>analysis</a:t>
            </a:r>
            <a:r>
              <a:rPr lang="it-IT" sz="4800" dirty="0"/>
              <a:t> su cluster </a:t>
            </a:r>
            <a:r>
              <a:rPr lang="it-IT" sz="4800" dirty="0" err="1"/>
              <a:t>spark</a:t>
            </a:r>
            <a:endParaRPr lang="it-IT" sz="4800" dirty="0"/>
          </a:p>
        </p:txBody>
      </p:sp>
      <p:sp>
        <p:nvSpPr>
          <p:cNvPr id="3" name="Titolo 1">
            <a:extLst>
              <a:ext uri="{FF2B5EF4-FFF2-40B4-BE49-F238E27FC236}">
                <a16:creationId xmlns:a16="http://schemas.microsoft.com/office/drawing/2014/main" id="{AB1CC767-AAAA-A266-6D34-5307D9A31FF5}"/>
              </a:ext>
            </a:extLst>
          </p:cNvPr>
          <p:cNvSpPr txBox="1">
            <a:spLocks/>
          </p:cNvSpPr>
          <p:nvPr/>
        </p:nvSpPr>
        <p:spPr>
          <a:xfrm>
            <a:off x="838371" y="1295400"/>
            <a:ext cx="11086648" cy="3196087"/>
          </a:xfrm>
          <a:prstGeom prst="rect">
            <a:avLst/>
          </a:prstGeom>
        </p:spPr>
        <p:txBody>
          <a:bodyPr vert="horz" lIns="91440" tIns="45720" rIns="91440" bIns="45720" rtlCol="0" anchor="b">
            <a:noAutofit/>
          </a:bodyPr>
          <a:lstStyle>
            <a:defPPr>
              <a:defRPr lang="it-IT"/>
            </a:defPPr>
            <a:lvl1pPr algn="l" defTabSz="914400" rtl="0" eaLnBrk="1" latinLnBrk="0" hangingPunct="1">
              <a:lnSpc>
                <a:spcPct val="80000"/>
              </a:lnSpc>
              <a:spcBef>
                <a:spcPct val="0"/>
              </a:spcBef>
              <a:buNone/>
              <a:defRPr lang="it-IT" sz="6000" b="1" kern="1200">
                <a:solidFill>
                  <a:schemeClr val="tx1"/>
                </a:solidFill>
                <a:latin typeface="+mj-lt"/>
                <a:ea typeface="+mj-ea"/>
                <a:cs typeface="+mj-cs"/>
              </a:defRPr>
            </a:lvl1pPr>
          </a:lstStyle>
          <a:p>
            <a:r>
              <a:rPr lang="it-IT" sz="3000" b="0" dirty="0"/>
              <a:t>Progetto per il corso: Large scale data management</a:t>
            </a:r>
          </a:p>
          <a:p>
            <a:r>
              <a:rPr lang="it-IT" sz="3000" b="0" dirty="0"/>
              <a:t>Autore: Lorenzo Colombo – Mat. 885895</a:t>
            </a:r>
          </a:p>
        </p:txBody>
      </p:sp>
    </p:spTree>
    <p:extLst>
      <p:ext uri="{BB962C8B-B14F-4D97-AF65-F5344CB8AC3E}">
        <p14:creationId xmlns:p14="http://schemas.microsoft.com/office/powerpoint/2010/main" val="22593088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12DF434-28DB-4621-A497-D62C41CE0419}"/>
              </a:ext>
            </a:extLst>
          </p:cNvPr>
          <p:cNvSpPr>
            <a:spLocks noGrp="1"/>
          </p:cNvSpPr>
          <p:nvPr>
            <p:ph type="title"/>
          </p:nvPr>
        </p:nvSpPr>
        <p:spPr>
          <a:xfrm>
            <a:off x="1167492" y="45085"/>
            <a:ext cx="9779183" cy="1600835"/>
          </a:xfrm>
        </p:spPr>
        <p:txBody>
          <a:bodyPr rtlCol="0" anchor="b">
            <a:normAutofit/>
          </a:bodyPr>
          <a:lstStyle>
            <a:defPPr>
              <a:defRPr lang="it-IT"/>
            </a:defPPr>
          </a:lstStyle>
          <a:p>
            <a:pPr rtl="0"/>
            <a:r>
              <a:rPr lang="it-IT" dirty="0"/>
              <a:t>Scenario e obiettivi</a:t>
            </a:r>
          </a:p>
        </p:txBody>
      </p:sp>
      <p:graphicFrame>
        <p:nvGraphicFramePr>
          <p:cNvPr id="5" name="Segnaposto contenuto 2">
            <a:extLst>
              <a:ext uri="{FF2B5EF4-FFF2-40B4-BE49-F238E27FC236}">
                <a16:creationId xmlns:a16="http://schemas.microsoft.com/office/drawing/2014/main" id="{ABDA16E3-4510-85ED-BA63-B79747DCCBF0}"/>
              </a:ext>
            </a:extLst>
          </p:cNvPr>
          <p:cNvGraphicFramePr>
            <a:graphicFrameLocks noGrp="1"/>
          </p:cNvGraphicFramePr>
          <p:nvPr>
            <p:ph idx="14"/>
            <p:extLst>
              <p:ext uri="{D42A27DB-BD31-4B8C-83A1-F6EECF244321}">
                <p14:modId xmlns:p14="http://schemas.microsoft.com/office/powerpoint/2010/main" val="182490077"/>
              </p:ext>
            </p:extLst>
          </p:nvPr>
        </p:nvGraphicFramePr>
        <p:xfrm>
          <a:off x="1166088" y="2522085"/>
          <a:ext cx="9780587" cy="343693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3256085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2303200D-63AD-A0EE-1241-BA8A784DA1B7}"/>
              </a:ext>
            </a:extLst>
          </p:cNvPr>
          <p:cNvSpPr>
            <a:spLocks noGrp="1"/>
          </p:cNvSpPr>
          <p:nvPr>
            <p:ph type="title"/>
          </p:nvPr>
        </p:nvSpPr>
        <p:spPr>
          <a:xfrm>
            <a:off x="1158864" y="102021"/>
            <a:ext cx="9779183" cy="1744415"/>
          </a:xfrm>
        </p:spPr>
        <p:txBody>
          <a:bodyPr anchor="b">
            <a:normAutofit/>
          </a:bodyPr>
          <a:lstStyle/>
          <a:p>
            <a:r>
              <a:rPr lang="en-US" dirty="0" err="1"/>
              <a:t>Architettura</a:t>
            </a:r>
            <a:r>
              <a:rPr lang="en-US" dirty="0"/>
              <a:t> della </a:t>
            </a:r>
            <a:r>
              <a:rPr lang="en-US" dirty="0" err="1"/>
              <a:t>soluzione</a:t>
            </a:r>
            <a:endParaRPr lang="en-US" dirty="0"/>
          </a:p>
        </p:txBody>
      </p:sp>
      <p:graphicFrame>
        <p:nvGraphicFramePr>
          <p:cNvPr id="12" name="Content Placeholder 2">
            <a:extLst>
              <a:ext uri="{FF2B5EF4-FFF2-40B4-BE49-F238E27FC236}">
                <a16:creationId xmlns:a16="http://schemas.microsoft.com/office/drawing/2014/main" id="{AEB4BA22-3CCD-6801-4300-BE7E96B28CEB}"/>
              </a:ext>
            </a:extLst>
          </p:cNvPr>
          <p:cNvGraphicFramePr>
            <a:graphicFrameLocks noGrp="1"/>
          </p:cNvGraphicFramePr>
          <p:nvPr>
            <p:ph idx="1"/>
            <p:extLst>
              <p:ext uri="{D42A27DB-BD31-4B8C-83A1-F6EECF244321}">
                <p14:modId xmlns:p14="http://schemas.microsoft.com/office/powerpoint/2010/main" val="3234482129"/>
              </p:ext>
            </p:extLst>
          </p:nvPr>
        </p:nvGraphicFramePr>
        <p:xfrm>
          <a:off x="1158865" y="2017467"/>
          <a:ext cx="9779182" cy="33668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1571127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3BF3A9-84A7-5EEE-7089-E817204AF7E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12FF7C0-3D02-2306-377A-85DED6BDF737}"/>
              </a:ext>
            </a:extLst>
          </p:cNvPr>
          <p:cNvSpPr>
            <a:spLocks noGrp="1"/>
          </p:cNvSpPr>
          <p:nvPr>
            <p:ph type="title"/>
          </p:nvPr>
        </p:nvSpPr>
        <p:spPr>
          <a:xfrm>
            <a:off x="1927123" y="264693"/>
            <a:ext cx="11444748" cy="1275347"/>
          </a:xfrm>
        </p:spPr>
        <p:txBody>
          <a:bodyPr rtlCol="0"/>
          <a:lstStyle>
            <a:defPPr>
              <a:defRPr lang="it-IT"/>
            </a:defPPr>
          </a:lstStyle>
          <a:p>
            <a:r>
              <a:rPr lang="it-IT" sz="4400" dirty="0"/>
              <a:t>Data Engineering e Preparazione </a:t>
            </a:r>
          </a:p>
        </p:txBody>
      </p:sp>
      <p:sp>
        <p:nvSpPr>
          <p:cNvPr id="4" name="Segnaposto contenuto 3">
            <a:extLst>
              <a:ext uri="{FF2B5EF4-FFF2-40B4-BE49-F238E27FC236}">
                <a16:creationId xmlns:a16="http://schemas.microsoft.com/office/drawing/2014/main" id="{8A77992B-26EF-C74E-D62B-1B23DFC851AC}"/>
              </a:ext>
            </a:extLst>
          </p:cNvPr>
          <p:cNvSpPr txBox="1">
            <a:spLocks/>
          </p:cNvSpPr>
          <p:nvPr/>
        </p:nvSpPr>
        <p:spPr>
          <a:xfrm>
            <a:off x="1171075" y="1540040"/>
            <a:ext cx="10193677" cy="4100714"/>
          </a:xfrm>
          <a:prstGeom prst="rect">
            <a:avLst/>
          </a:prstGeom>
        </p:spPr>
        <p:txBody>
          <a:bodyPr rtlCol="0">
            <a:normAutofit/>
          </a:bodyPr>
          <a:lstStyle>
            <a:defPPr>
              <a:defRPr lang="it-IT"/>
            </a:defPPr>
            <a:lvl1pPr marL="228600" indent="-228600" algn="l" defTabSz="914400" rtl="0" eaLnBrk="1" latinLnBrk="0" hangingPunct="1">
              <a:lnSpc>
                <a:spcPct val="90000"/>
              </a:lnSpc>
              <a:spcBef>
                <a:spcPts val="1000"/>
              </a:spcBef>
              <a:buFont typeface="Arial" panose="020B0604020202020204" pitchFamily="34" charset="0"/>
              <a:buChar char="•"/>
              <a:defRPr lang="it-IT"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lang="it-IT"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lang="it-IT"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lang="it-IT"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lang="it-IT"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lang="it-IT"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lang="it-IT"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lang="it-IT"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lang="it-IT" sz="1800" kern="1200">
                <a:solidFill>
                  <a:schemeClr val="tx1"/>
                </a:solidFill>
                <a:latin typeface="+mn-lt"/>
                <a:ea typeface="+mn-ea"/>
                <a:cs typeface="+mn-cs"/>
              </a:defRPr>
            </a:lvl9pPr>
          </a:lstStyle>
          <a:p>
            <a:pPr marL="0" indent="0">
              <a:buNone/>
            </a:pPr>
            <a:endParaRPr lang="it-IT" dirty="0"/>
          </a:p>
        </p:txBody>
      </p:sp>
      <p:graphicFrame>
        <p:nvGraphicFramePr>
          <p:cNvPr id="3" name="Segnaposto contenuto 2">
            <a:extLst>
              <a:ext uri="{FF2B5EF4-FFF2-40B4-BE49-F238E27FC236}">
                <a16:creationId xmlns:a16="http://schemas.microsoft.com/office/drawing/2014/main" id="{27D06D7F-2D4E-0338-5753-918863312C55}"/>
              </a:ext>
            </a:extLst>
          </p:cNvPr>
          <p:cNvGraphicFramePr>
            <a:graphicFrameLocks/>
          </p:cNvGraphicFramePr>
          <p:nvPr>
            <p:extLst>
              <p:ext uri="{D42A27DB-BD31-4B8C-83A1-F6EECF244321}">
                <p14:modId xmlns:p14="http://schemas.microsoft.com/office/powerpoint/2010/main" val="1199260588"/>
              </p:ext>
            </p:extLst>
          </p:nvPr>
        </p:nvGraphicFramePr>
        <p:xfrm>
          <a:off x="959230" y="1356571"/>
          <a:ext cx="10937801" cy="410071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900083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a:extLst>
              <a:ext uri="{FF2B5EF4-FFF2-40B4-BE49-F238E27FC236}">
                <a16:creationId xmlns:a16="http://schemas.microsoft.com/office/drawing/2014/main" id="{7FF5EE67-DE83-C00F-F31C-58A2B46234DB}"/>
              </a:ext>
            </a:extLst>
          </p:cNvPr>
          <p:cNvSpPr>
            <a:spLocks noGrp="1"/>
          </p:cNvSpPr>
          <p:nvPr>
            <p:ph type="title"/>
          </p:nvPr>
        </p:nvSpPr>
        <p:spPr>
          <a:xfrm>
            <a:off x="1206408" y="-533589"/>
            <a:ext cx="9779183" cy="2047757"/>
          </a:xfrm>
        </p:spPr>
        <p:txBody>
          <a:bodyPr vert="horz" lIns="91440" tIns="45720" rIns="91440" bIns="45720" rtlCol="0" anchor="b">
            <a:normAutofit/>
          </a:bodyPr>
          <a:lstStyle>
            <a:defPPr>
              <a:defRPr lang="it-IT"/>
            </a:defPPr>
          </a:lstStyle>
          <a:p>
            <a:r>
              <a:rPr lang="it-IT" b="1" kern="1200" dirty="0">
                <a:latin typeface="+mj-lt"/>
                <a:ea typeface="+mj-ea"/>
                <a:cs typeface="+mj-cs"/>
              </a:rPr>
              <a:t>Pipeline di analisi distribuita</a:t>
            </a:r>
          </a:p>
        </p:txBody>
      </p:sp>
      <p:graphicFrame>
        <p:nvGraphicFramePr>
          <p:cNvPr id="13" name="CasellaDiTesto 10">
            <a:extLst>
              <a:ext uri="{FF2B5EF4-FFF2-40B4-BE49-F238E27FC236}">
                <a16:creationId xmlns:a16="http://schemas.microsoft.com/office/drawing/2014/main" id="{CE196EA8-BB32-9850-3FFC-EE072E812770}"/>
              </a:ext>
            </a:extLst>
          </p:cNvPr>
          <p:cNvGraphicFramePr/>
          <p:nvPr>
            <p:extLst>
              <p:ext uri="{D42A27DB-BD31-4B8C-83A1-F6EECF244321}">
                <p14:modId xmlns:p14="http://schemas.microsoft.com/office/powerpoint/2010/main" val="3151701624"/>
              </p:ext>
            </p:extLst>
          </p:nvPr>
        </p:nvGraphicFramePr>
        <p:xfrm>
          <a:off x="0" y="1210826"/>
          <a:ext cx="11857703" cy="528975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5293387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8299A2-BF6C-6D47-3349-8AE7527857FA}"/>
            </a:ext>
          </a:extLst>
        </p:cNvPr>
        <p:cNvGrpSpPr/>
        <p:nvPr/>
      </p:nvGrpSpPr>
      <p:grpSpPr>
        <a:xfrm>
          <a:off x="0" y="0"/>
          <a:ext cx="0" cy="0"/>
          <a:chOff x="0" y="0"/>
          <a:chExt cx="0" cy="0"/>
        </a:xfrm>
      </p:grpSpPr>
      <p:sp>
        <p:nvSpPr>
          <p:cNvPr id="5" name="Titolo 4">
            <a:extLst>
              <a:ext uri="{FF2B5EF4-FFF2-40B4-BE49-F238E27FC236}">
                <a16:creationId xmlns:a16="http://schemas.microsoft.com/office/drawing/2014/main" id="{D7ED0BC4-9958-7AD9-7390-D47B94F67A7F}"/>
              </a:ext>
            </a:extLst>
          </p:cNvPr>
          <p:cNvSpPr>
            <a:spLocks noGrp="1"/>
          </p:cNvSpPr>
          <p:nvPr>
            <p:ph type="title"/>
          </p:nvPr>
        </p:nvSpPr>
        <p:spPr>
          <a:xfrm>
            <a:off x="1167492" y="69008"/>
            <a:ext cx="9779183" cy="1065643"/>
          </a:xfrm>
        </p:spPr>
        <p:txBody>
          <a:bodyPr rtlCol="0" anchor="b">
            <a:normAutofit/>
          </a:bodyPr>
          <a:lstStyle>
            <a:defPPr>
              <a:defRPr lang="it-IT"/>
            </a:defPPr>
          </a:lstStyle>
          <a:p>
            <a:r>
              <a:rPr lang="it-IT" dirty="0"/>
              <a:t>Benchmarking e Scalabilità</a:t>
            </a:r>
          </a:p>
        </p:txBody>
      </p:sp>
      <p:sp>
        <p:nvSpPr>
          <p:cNvPr id="3" name="Segnaposto contenuto 2">
            <a:extLst>
              <a:ext uri="{FF2B5EF4-FFF2-40B4-BE49-F238E27FC236}">
                <a16:creationId xmlns:a16="http://schemas.microsoft.com/office/drawing/2014/main" id="{7C438C7A-4F88-EAED-3C20-B708B1DEE37D}"/>
              </a:ext>
            </a:extLst>
          </p:cNvPr>
          <p:cNvSpPr>
            <a:spLocks noGrp="1"/>
          </p:cNvSpPr>
          <p:nvPr>
            <p:ph idx="12"/>
          </p:nvPr>
        </p:nvSpPr>
        <p:spPr>
          <a:xfrm>
            <a:off x="658761" y="1824425"/>
            <a:ext cx="5712290" cy="4605416"/>
          </a:xfrm>
        </p:spPr>
        <p:txBody>
          <a:bodyPr>
            <a:normAutofit/>
          </a:bodyPr>
          <a:lstStyle/>
          <a:p>
            <a:pPr marL="0" indent="0">
              <a:buNone/>
            </a:pPr>
            <a:r>
              <a:rPr lang="it-IT" b="1" dirty="0"/>
              <a:t>Metodologia di Test:</a:t>
            </a:r>
            <a:endParaRPr lang="it-IT" dirty="0"/>
          </a:p>
          <a:p>
            <a:pPr marL="342900" indent="-342900">
              <a:buFont typeface="Arial" panose="020B0604020202020204" pitchFamily="34" charset="0"/>
              <a:buChar char="•"/>
            </a:pPr>
            <a:r>
              <a:rPr lang="it-IT" dirty="0"/>
              <a:t>Volume dati fisso vs Risorse variabili</a:t>
            </a:r>
          </a:p>
          <a:p>
            <a:pPr marL="342900" indent="-342900">
              <a:buFont typeface="Arial" panose="020B0604020202020204" pitchFamily="34" charset="0"/>
              <a:buChar char="•"/>
            </a:pPr>
            <a:r>
              <a:rPr lang="it-IT" dirty="0"/>
              <a:t>Esecuzione della stessa pipeline NLP incrementando i nodi worker da 1 a 4</a:t>
            </a:r>
          </a:p>
          <a:p>
            <a:pPr marL="342900" indent="-342900">
              <a:buFont typeface="Arial" panose="020B0604020202020204" pitchFamily="34" charset="0"/>
              <a:buChar char="•"/>
            </a:pPr>
            <a:r>
              <a:rPr lang="it-IT" dirty="0"/>
              <a:t>Misurazione del tempo di esecuzione</a:t>
            </a:r>
          </a:p>
          <a:p>
            <a:pPr marL="0" indent="0">
              <a:buNone/>
            </a:pPr>
            <a:r>
              <a:rPr lang="it-IT" b="1" dirty="0"/>
              <a:t>Analisi dell'Efficienza:</a:t>
            </a:r>
            <a:endParaRPr lang="it-IT" dirty="0"/>
          </a:p>
          <a:p>
            <a:pPr marL="342900" indent="-342900">
              <a:buFont typeface="Arial" panose="020B0604020202020204" pitchFamily="34" charset="0"/>
              <a:buChar char="•"/>
            </a:pPr>
            <a:r>
              <a:rPr lang="it-IT" b="1" dirty="0" err="1"/>
              <a:t>Sweet</a:t>
            </a:r>
            <a:r>
              <a:rPr lang="it-IT" b="1" dirty="0"/>
              <a:t> Spot a 3 nodi:</a:t>
            </a:r>
            <a:r>
              <a:rPr lang="it-IT" dirty="0"/>
              <a:t> Efficienza massima raggiunta (</a:t>
            </a:r>
            <a:r>
              <a:rPr lang="it-IT" b="1" dirty="0"/>
              <a:t>90%</a:t>
            </a:r>
            <a:r>
              <a:rPr lang="it-IT" dirty="0"/>
              <a:t>)</a:t>
            </a:r>
          </a:p>
          <a:p>
            <a:pPr marL="342900" indent="-342900">
              <a:buFont typeface="Arial" panose="020B0604020202020204" pitchFamily="34" charset="0"/>
              <a:buChar char="•"/>
            </a:pPr>
            <a:r>
              <a:rPr lang="it-IT" b="1" dirty="0"/>
              <a:t>Punto di Saturazione con 4 nodi:</a:t>
            </a:r>
            <a:r>
              <a:rPr lang="it-IT" dirty="0"/>
              <a:t> L'efficienza scende al </a:t>
            </a:r>
            <a:r>
              <a:rPr lang="it-IT" b="1" dirty="0"/>
              <a:t>76%</a:t>
            </a:r>
            <a:r>
              <a:rPr lang="it-IT" dirty="0"/>
              <a:t>.</a:t>
            </a:r>
          </a:p>
          <a:p>
            <a:pPr marL="0" indent="0">
              <a:buNone/>
            </a:pPr>
            <a:endParaRPr lang="it-IT" dirty="0"/>
          </a:p>
          <a:p>
            <a:endParaRPr lang="it-IT" dirty="0"/>
          </a:p>
        </p:txBody>
      </p:sp>
      <p:graphicFrame>
        <p:nvGraphicFramePr>
          <p:cNvPr id="7" name="Tabella 6">
            <a:extLst>
              <a:ext uri="{FF2B5EF4-FFF2-40B4-BE49-F238E27FC236}">
                <a16:creationId xmlns:a16="http://schemas.microsoft.com/office/drawing/2014/main" id="{09BD6F7A-9099-6990-81F3-C9B2981FAF4A}"/>
              </a:ext>
            </a:extLst>
          </p:cNvPr>
          <p:cNvGraphicFramePr>
            <a:graphicFrameLocks noGrp="1"/>
          </p:cNvGraphicFramePr>
          <p:nvPr>
            <p:extLst>
              <p:ext uri="{D42A27DB-BD31-4B8C-83A1-F6EECF244321}">
                <p14:modId xmlns:p14="http://schemas.microsoft.com/office/powerpoint/2010/main" val="2928169069"/>
              </p:ext>
            </p:extLst>
          </p:nvPr>
        </p:nvGraphicFramePr>
        <p:xfrm>
          <a:off x="6170828" y="1345993"/>
          <a:ext cx="5113470" cy="1871665"/>
        </p:xfrm>
        <a:graphic>
          <a:graphicData uri="http://schemas.openxmlformats.org/drawingml/2006/table">
            <a:tbl>
              <a:tblPr firstRow="1" firstCol="1" bandRow="1">
                <a:tableStyleId>{69012ECD-51FC-41F1-AA8D-1B2483CD663E}</a:tableStyleId>
              </a:tblPr>
              <a:tblGrid>
                <a:gridCol w="852245">
                  <a:extLst>
                    <a:ext uri="{9D8B030D-6E8A-4147-A177-3AD203B41FA5}">
                      <a16:colId xmlns:a16="http://schemas.microsoft.com/office/drawing/2014/main" val="4291631427"/>
                    </a:ext>
                  </a:extLst>
                </a:gridCol>
                <a:gridCol w="852245">
                  <a:extLst>
                    <a:ext uri="{9D8B030D-6E8A-4147-A177-3AD203B41FA5}">
                      <a16:colId xmlns:a16="http://schemas.microsoft.com/office/drawing/2014/main" val="3635527207"/>
                    </a:ext>
                  </a:extLst>
                </a:gridCol>
                <a:gridCol w="852245">
                  <a:extLst>
                    <a:ext uri="{9D8B030D-6E8A-4147-A177-3AD203B41FA5}">
                      <a16:colId xmlns:a16="http://schemas.microsoft.com/office/drawing/2014/main" val="1207957539"/>
                    </a:ext>
                  </a:extLst>
                </a:gridCol>
                <a:gridCol w="852245">
                  <a:extLst>
                    <a:ext uri="{9D8B030D-6E8A-4147-A177-3AD203B41FA5}">
                      <a16:colId xmlns:a16="http://schemas.microsoft.com/office/drawing/2014/main" val="3478596742"/>
                    </a:ext>
                  </a:extLst>
                </a:gridCol>
                <a:gridCol w="852245">
                  <a:extLst>
                    <a:ext uri="{9D8B030D-6E8A-4147-A177-3AD203B41FA5}">
                      <a16:colId xmlns:a16="http://schemas.microsoft.com/office/drawing/2014/main" val="1553156767"/>
                    </a:ext>
                  </a:extLst>
                </a:gridCol>
                <a:gridCol w="852245">
                  <a:extLst>
                    <a:ext uri="{9D8B030D-6E8A-4147-A177-3AD203B41FA5}">
                      <a16:colId xmlns:a16="http://schemas.microsoft.com/office/drawing/2014/main" val="4270830318"/>
                    </a:ext>
                  </a:extLst>
                </a:gridCol>
              </a:tblGrid>
              <a:tr h="375310">
                <a:tc>
                  <a:txBody>
                    <a:bodyPr/>
                    <a:lstStyle/>
                    <a:p>
                      <a:pPr algn="just">
                        <a:lnSpc>
                          <a:spcPct val="150000"/>
                        </a:lnSpc>
                        <a:spcAft>
                          <a:spcPts val="800"/>
                        </a:spcAft>
                        <a:buNone/>
                      </a:pPr>
                      <a:r>
                        <a:rPr lang="it-IT" sz="1500" kern="100" dirty="0" err="1">
                          <a:effectLst/>
                        </a:rPr>
                        <a:t>Config</a:t>
                      </a:r>
                      <a:r>
                        <a:rPr lang="it-IT" sz="1500" kern="100" dirty="0">
                          <a:effectLst/>
                        </a:rPr>
                        <a:t>.</a:t>
                      </a:r>
                      <a:endParaRPr lang="it-IT" sz="1500" kern="100" dirty="0">
                        <a:effectLst/>
                        <a:latin typeface="Consolas" panose="020B0609020204030204" pitchFamily="49" charset="0"/>
                        <a:ea typeface="Aptos" panose="020B0004020202020204" pitchFamily="34" charset="0"/>
                        <a:cs typeface="Times New Roman" panose="02020603050405020304" pitchFamily="18" charset="0"/>
                      </a:endParaRPr>
                    </a:p>
                  </a:txBody>
                  <a:tcPr marL="68580" marR="68580" marT="0" marB="0"/>
                </a:tc>
                <a:tc>
                  <a:txBody>
                    <a:bodyPr/>
                    <a:lstStyle/>
                    <a:p>
                      <a:pPr algn="just">
                        <a:lnSpc>
                          <a:spcPct val="150000"/>
                        </a:lnSpc>
                        <a:spcAft>
                          <a:spcPts val="800"/>
                        </a:spcAft>
                        <a:buNone/>
                      </a:pPr>
                      <a:r>
                        <a:rPr lang="it-IT" sz="1500" kern="100">
                          <a:effectLst/>
                        </a:rPr>
                        <a:t>Core Totali</a:t>
                      </a:r>
                      <a:endParaRPr lang="it-IT" sz="1500" kern="100">
                        <a:effectLst/>
                        <a:latin typeface="Consolas" panose="020B0609020204030204" pitchFamily="49" charset="0"/>
                        <a:ea typeface="Aptos" panose="020B0004020202020204" pitchFamily="34" charset="0"/>
                        <a:cs typeface="Times New Roman" panose="02020603050405020304" pitchFamily="18" charset="0"/>
                      </a:endParaRPr>
                    </a:p>
                  </a:txBody>
                  <a:tcPr marL="68580" marR="68580" marT="0" marB="0"/>
                </a:tc>
                <a:tc>
                  <a:txBody>
                    <a:bodyPr/>
                    <a:lstStyle/>
                    <a:p>
                      <a:pPr algn="just">
                        <a:lnSpc>
                          <a:spcPct val="150000"/>
                        </a:lnSpc>
                        <a:spcAft>
                          <a:spcPts val="800"/>
                        </a:spcAft>
                        <a:buNone/>
                      </a:pPr>
                      <a:r>
                        <a:rPr lang="it-IT" sz="1500" kern="100" dirty="0">
                          <a:effectLst/>
                        </a:rPr>
                        <a:t>RAM</a:t>
                      </a:r>
                      <a:endParaRPr lang="it-IT" sz="1500" kern="100" dirty="0">
                        <a:effectLst/>
                        <a:latin typeface="Consolas" panose="020B0609020204030204" pitchFamily="49" charset="0"/>
                        <a:ea typeface="Aptos" panose="020B0004020202020204" pitchFamily="34" charset="0"/>
                        <a:cs typeface="Times New Roman" panose="02020603050405020304" pitchFamily="18" charset="0"/>
                      </a:endParaRPr>
                    </a:p>
                  </a:txBody>
                  <a:tcPr marL="68580" marR="68580" marT="0" marB="0"/>
                </a:tc>
                <a:tc>
                  <a:txBody>
                    <a:bodyPr/>
                    <a:lstStyle/>
                    <a:p>
                      <a:pPr algn="just">
                        <a:lnSpc>
                          <a:spcPct val="150000"/>
                        </a:lnSpc>
                        <a:spcAft>
                          <a:spcPts val="800"/>
                        </a:spcAft>
                        <a:buNone/>
                      </a:pPr>
                      <a:r>
                        <a:rPr lang="it-IT" sz="1500" kern="100" dirty="0">
                          <a:effectLst/>
                        </a:rPr>
                        <a:t>Load (s)</a:t>
                      </a:r>
                      <a:endParaRPr lang="it-IT" sz="1500" kern="100" dirty="0">
                        <a:effectLst/>
                        <a:latin typeface="Consolas" panose="020B0609020204030204" pitchFamily="49" charset="0"/>
                        <a:ea typeface="Aptos" panose="020B0004020202020204" pitchFamily="34" charset="0"/>
                        <a:cs typeface="Times New Roman" panose="02020603050405020304" pitchFamily="18" charset="0"/>
                      </a:endParaRPr>
                    </a:p>
                  </a:txBody>
                  <a:tcPr marL="68580" marR="68580" marT="0" marB="0"/>
                </a:tc>
                <a:tc>
                  <a:txBody>
                    <a:bodyPr/>
                    <a:lstStyle/>
                    <a:p>
                      <a:pPr algn="just">
                        <a:lnSpc>
                          <a:spcPct val="150000"/>
                        </a:lnSpc>
                        <a:spcAft>
                          <a:spcPts val="800"/>
                        </a:spcAft>
                        <a:buNone/>
                      </a:pPr>
                      <a:r>
                        <a:rPr lang="it-IT" sz="1500" kern="100" dirty="0">
                          <a:effectLst/>
                        </a:rPr>
                        <a:t>Calcolo (s)</a:t>
                      </a:r>
                      <a:endParaRPr lang="it-IT" sz="1500" kern="100" dirty="0">
                        <a:effectLst/>
                        <a:latin typeface="Consolas" panose="020B0609020204030204" pitchFamily="49" charset="0"/>
                        <a:ea typeface="Aptos" panose="020B0004020202020204" pitchFamily="34" charset="0"/>
                        <a:cs typeface="Times New Roman" panose="02020603050405020304" pitchFamily="18" charset="0"/>
                      </a:endParaRPr>
                    </a:p>
                  </a:txBody>
                  <a:tcPr marL="68580" marR="68580" marT="0" marB="0"/>
                </a:tc>
                <a:tc>
                  <a:txBody>
                    <a:bodyPr/>
                    <a:lstStyle/>
                    <a:p>
                      <a:pPr algn="just">
                        <a:lnSpc>
                          <a:spcPct val="150000"/>
                        </a:lnSpc>
                        <a:spcAft>
                          <a:spcPts val="800"/>
                        </a:spcAft>
                        <a:buNone/>
                      </a:pPr>
                      <a:r>
                        <a:rPr lang="it-IT" sz="1500" kern="100" dirty="0">
                          <a:effectLst/>
                        </a:rPr>
                        <a:t>Totale (s)</a:t>
                      </a:r>
                      <a:endParaRPr lang="it-IT" sz="1500" kern="100" dirty="0">
                        <a:effectLst/>
                        <a:latin typeface="Consolas" panose="020B0609020204030204" pitchFamily="49"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77648085"/>
                  </a:ext>
                </a:extLst>
              </a:tr>
              <a:tr h="300505">
                <a:tc>
                  <a:txBody>
                    <a:bodyPr/>
                    <a:lstStyle/>
                    <a:p>
                      <a:pPr algn="just">
                        <a:lnSpc>
                          <a:spcPct val="150000"/>
                        </a:lnSpc>
                        <a:spcAft>
                          <a:spcPts val="800"/>
                        </a:spcAft>
                        <a:buNone/>
                      </a:pPr>
                      <a:r>
                        <a:rPr lang="it-IT" sz="1500" kern="100">
                          <a:effectLst/>
                        </a:rPr>
                        <a:t>1 Nodo</a:t>
                      </a:r>
                      <a:endParaRPr lang="it-IT" sz="1500" kern="100">
                        <a:effectLst/>
                        <a:latin typeface="Consolas" panose="020B0609020204030204" pitchFamily="49" charset="0"/>
                        <a:ea typeface="Aptos" panose="020B0004020202020204" pitchFamily="34" charset="0"/>
                        <a:cs typeface="Times New Roman" panose="02020603050405020304" pitchFamily="18" charset="0"/>
                      </a:endParaRPr>
                    </a:p>
                  </a:txBody>
                  <a:tcPr marL="68580" marR="68580" marT="0" marB="0"/>
                </a:tc>
                <a:tc>
                  <a:txBody>
                    <a:bodyPr/>
                    <a:lstStyle/>
                    <a:p>
                      <a:pPr algn="just">
                        <a:lnSpc>
                          <a:spcPct val="150000"/>
                        </a:lnSpc>
                        <a:spcAft>
                          <a:spcPts val="800"/>
                        </a:spcAft>
                        <a:buNone/>
                      </a:pPr>
                      <a:r>
                        <a:rPr lang="it-IT" sz="1500" kern="100" dirty="0">
                          <a:effectLst/>
                        </a:rPr>
                        <a:t>4 CPU</a:t>
                      </a:r>
                      <a:endParaRPr lang="it-IT" sz="1500" kern="100" dirty="0">
                        <a:effectLst/>
                        <a:latin typeface="Consolas" panose="020B0609020204030204" pitchFamily="49" charset="0"/>
                        <a:ea typeface="Aptos" panose="020B0004020202020204" pitchFamily="34" charset="0"/>
                        <a:cs typeface="Times New Roman" panose="02020603050405020304" pitchFamily="18" charset="0"/>
                      </a:endParaRPr>
                    </a:p>
                  </a:txBody>
                  <a:tcPr marL="68580" marR="68580" marT="0" marB="0"/>
                </a:tc>
                <a:tc>
                  <a:txBody>
                    <a:bodyPr/>
                    <a:lstStyle/>
                    <a:p>
                      <a:pPr algn="just">
                        <a:lnSpc>
                          <a:spcPct val="150000"/>
                        </a:lnSpc>
                        <a:spcAft>
                          <a:spcPts val="800"/>
                        </a:spcAft>
                        <a:buNone/>
                      </a:pPr>
                      <a:r>
                        <a:rPr lang="it-IT" sz="1500" kern="100">
                          <a:effectLst/>
                        </a:rPr>
                        <a:t>10 GB</a:t>
                      </a:r>
                      <a:endParaRPr lang="it-IT" sz="1500" kern="100">
                        <a:effectLst/>
                        <a:latin typeface="Consolas" panose="020B0609020204030204" pitchFamily="49" charset="0"/>
                        <a:ea typeface="Aptos" panose="020B0004020202020204" pitchFamily="34" charset="0"/>
                        <a:cs typeface="Times New Roman" panose="02020603050405020304" pitchFamily="18" charset="0"/>
                      </a:endParaRPr>
                    </a:p>
                  </a:txBody>
                  <a:tcPr marL="68580" marR="68580" marT="0" marB="0"/>
                </a:tc>
                <a:tc>
                  <a:txBody>
                    <a:bodyPr/>
                    <a:lstStyle/>
                    <a:p>
                      <a:pPr algn="just">
                        <a:lnSpc>
                          <a:spcPct val="150000"/>
                        </a:lnSpc>
                        <a:spcAft>
                          <a:spcPts val="800"/>
                        </a:spcAft>
                        <a:buNone/>
                      </a:pPr>
                      <a:r>
                        <a:rPr lang="it-IT" sz="1500" kern="100">
                          <a:effectLst/>
                        </a:rPr>
                        <a:t>5.19</a:t>
                      </a:r>
                      <a:endParaRPr lang="it-IT" sz="1500" kern="100">
                        <a:effectLst/>
                        <a:latin typeface="Consolas" panose="020B0609020204030204" pitchFamily="49" charset="0"/>
                        <a:ea typeface="Aptos" panose="020B0004020202020204" pitchFamily="34" charset="0"/>
                        <a:cs typeface="Times New Roman" panose="02020603050405020304" pitchFamily="18" charset="0"/>
                      </a:endParaRPr>
                    </a:p>
                  </a:txBody>
                  <a:tcPr marL="68580" marR="68580" marT="0" marB="0"/>
                </a:tc>
                <a:tc>
                  <a:txBody>
                    <a:bodyPr/>
                    <a:lstStyle/>
                    <a:p>
                      <a:pPr algn="just">
                        <a:lnSpc>
                          <a:spcPct val="150000"/>
                        </a:lnSpc>
                        <a:spcAft>
                          <a:spcPts val="800"/>
                        </a:spcAft>
                        <a:buNone/>
                      </a:pPr>
                      <a:r>
                        <a:rPr lang="it-IT" sz="1500" kern="100">
                          <a:effectLst/>
                        </a:rPr>
                        <a:t>237.54</a:t>
                      </a:r>
                      <a:endParaRPr lang="it-IT" sz="1500" kern="100">
                        <a:effectLst/>
                        <a:latin typeface="Consolas" panose="020B0609020204030204" pitchFamily="49" charset="0"/>
                        <a:ea typeface="Aptos" panose="020B0004020202020204" pitchFamily="34" charset="0"/>
                        <a:cs typeface="Times New Roman" panose="02020603050405020304" pitchFamily="18" charset="0"/>
                      </a:endParaRPr>
                    </a:p>
                  </a:txBody>
                  <a:tcPr marL="68580" marR="68580" marT="0" marB="0"/>
                </a:tc>
                <a:tc>
                  <a:txBody>
                    <a:bodyPr/>
                    <a:lstStyle/>
                    <a:p>
                      <a:pPr algn="just">
                        <a:lnSpc>
                          <a:spcPct val="150000"/>
                        </a:lnSpc>
                        <a:spcAft>
                          <a:spcPts val="800"/>
                        </a:spcAft>
                        <a:buNone/>
                      </a:pPr>
                      <a:r>
                        <a:rPr lang="it-IT" sz="1500" kern="100" dirty="0">
                          <a:effectLst/>
                        </a:rPr>
                        <a:t>243.96</a:t>
                      </a:r>
                      <a:endParaRPr lang="it-IT" sz="1500" kern="100" dirty="0">
                        <a:effectLst/>
                        <a:latin typeface="Consolas" panose="020B0609020204030204" pitchFamily="49"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314851051"/>
                  </a:ext>
                </a:extLst>
              </a:tr>
              <a:tr h="300505">
                <a:tc>
                  <a:txBody>
                    <a:bodyPr/>
                    <a:lstStyle/>
                    <a:p>
                      <a:pPr algn="just">
                        <a:lnSpc>
                          <a:spcPct val="150000"/>
                        </a:lnSpc>
                        <a:spcAft>
                          <a:spcPts val="800"/>
                        </a:spcAft>
                        <a:buNone/>
                      </a:pPr>
                      <a:r>
                        <a:rPr lang="it-IT" sz="1500" kern="100">
                          <a:effectLst/>
                        </a:rPr>
                        <a:t>2 Nodi</a:t>
                      </a:r>
                      <a:endParaRPr lang="it-IT" sz="1500" kern="100">
                        <a:effectLst/>
                        <a:latin typeface="Consolas" panose="020B0609020204030204" pitchFamily="49" charset="0"/>
                        <a:ea typeface="Aptos" panose="020B0004020202020204" pitchFamily="34" charset="0"/>
                        <a:cs typeface="Times New Roman" panose="02020603050405020304" pitchFamily="18" charset="0"/>
                      </a:endParaRPr>
                    </a:p>
                  </a:txBody>
                  <a:tcPr marL="68580" marR="68580" marT="0" marB="0"/>
                </a:tc>
                <a:tc>
                  <a:txBody>
                    <a:bodyPr/>
                    <a:lstStyle/>
                    <a:p>
                      <a:pPr algn="just">
                        <a:lnSpc>
                          <a:spcPct val="150000"/>
                        </a:lnSpc>
                        <a:spcAft>
                          <a:spcPts val="800"/>
                        </a:spcAft>
                        <a:buNone/>
                      </a:pPr>
                      <a:r>
                        <a:rPr lang="it-IT" sz="1500" kern="100">
                          <a:effectLst/>
                        </a:rPr>
                        <a:t>8 CPU</a:t>
                      </a:r>
                      <a:endParaRPr lang="it-IT" sz="1500" kern="100">
                        <a:effectLst/>
                        <a:latin typeface="Consolas" panose="020B0609020204030204" pitchFamily="49" charset="0"/>
                        <a:ea typeface="Aptos" panose="020B0004020202020204" pitchFamily="34" charset="0"/>
                        <a:cs typeface="Times New Roman" panose="02020603050405020304" pitchFamily="18" charset="0"/>
                      </a:endParaRPr>
                    </a:p>
                  </a:txBody>
                  <a:tcPr marL="68580" marR="68580" marT="0" marB="0"/>
                </a:tc>
                <a:tc>
                  <a:txBody>
                    <a:bodyPr/>
                    <a:lstStyle/>
                    <a:p>
                      <a:pPr algn="just">
                        <a:lnSpc>
                          <a:spcPct val="150000"/>
                        </a:lnSpc>
                        <a:spcAft>
                          <a:spcPts val="800"/>
                        </a:spcAft>
                        <a:buNone/>
                      </a:pPr>
                      <a:r>
                        <a:rPr lang="it-IT" sz="1500" kern="100">
                          <a:effectLst/>
                        </a:rPr>
                        <a:t>20GB</a:t>
                      </a:r>
                      <a:endParaRPr lang="it-IT" sz="1500" kern="100">
                        <a:effectLst/>
                        <a:latin typeface="Consolas" panose="020B0609020204030204" pitchFamily="49" charset="0"/>
                        <a:ea typeface="Aptos" panose="020B0004020202020204" pitchFamily="34" charset="0"/>
                        <a:cs typeface="Times New Roman" panose="02020603050405020304" pitchFamily="18" charset="0"/>
                      </a:endParaRPr>
                    </a:p>
                  </a:txBody>
                  <a:tcPr marL="68580" marR="68580" marT="0" marB="0"/>
                </a:tc>
                <a:tc>
                  <a:txBody>
                    <a:bodyPr/>
                    <a:lstStyle/>
                    <a:p>
                      <a:pPr algn="just">
                        <a:lnSpc>
                          <a:spcPct val="150000"/>
                        </a:lnSpc>
                        <a:spcAft>
                          <a:spcPts val="800"/>
                        </a:spcAft>
                        <a:buNone/>
                      </a:pPr>
                      <a:r>
                        <a:rPr lang="it-IT" sz="1500" kern="100" dirty="0">
                          <a:effectLst/>
                        </a:rPr>
                        <a:t>5.78</a:t>
                      </a:r>
                      <a:endParaRPr lang="it-IT" sz="1500" kern="100" dirty="0">
                        <a:effectLst/>
                        <a:latin typeface="Consolas" panose="020B0609020204030204" pitchFamily="49" charset="0"/>
                        <a:ea typeface="Aptos" panose="020B0004020202020204" pitchFamily="34" charset="0"/>
                        <a:cs typeface="Times New Roman" panose="02020603050405020304" pitchFamily="18" charset="0"/>
                      </a:endParaRPr>
                    </a:p>
                  </a:txBody>
                  <a:tcPr marL="68580" marR="68580" marT="0" marB="0"/>
                </a:tc>
                <a:tc>
                  <a:txBody>
                    <a:bodyPr/>
                    <a:lstStyle/>
                    <a:p>
                      <a:pPr algn="just">
                        <a:lnSpc>
                          <a:spcPct val="150000"/>
                        </a:lnSpc>
                        <a:spcAft>
                          <a:spcPts val="800"/>
                        </a:spcAft>
                        <a:buNone/>
                      </a:pPr>
                      <a:r>
                        <a:rPr lang="it-IT" sz="1500" kern="100" dirty="0">
                          <a:effectLst/>
                        </a:rPr>
                        <a:t>135.75</a:t>
                      </a:r>
                      <a:endParaRPr lang="it-IT" sz="1500" kern="100" dirty="0">
                        <a:effectLst/>
                        <a:latin typeface="Consolas" panose="020B0609020204030204" pitchFamily="49" charset="0"/>
                        <a:ea typeface="Aptos" panose="020B0004020202020204" pitchFamily="34" charset="0"/>
                        <a:cs typeface="Times New Roman" panose="02020603050405020304" pitchFamily="18" charset="0"/>
                      </a:endParaRPr>
                    </a:p>
                  </a:txBody>
                  <a:tcPr marL="68580" marR="68580" marT="0" marB="0"/>
                </a:tc>
                <a:tc>
                  <a:txBody>
                    <a:bodyPr/>
                    <a:lstStyle/>
                    <a:p>
                      <a:pPr algn="just">
                        <a:lnSpc>
                          <a:spcPct val="150000"/>
                        </a:lnSpc>
                        <a:spcAft>
                          <a:spcPts val="800"/>
                        </a:spcAft>
                        <a:buNone/>
                      </a:pPr>
                      <a:r>
                        <a:rPr lang="it-IT" sz="1500" kern="100">
                          <a:effectLst/>
                        </a:rPr>
                        <a:t>142.63</a:t>
                      </a:r>
                      <a:endParaRPr lang="it-IT" sz="1500" kern="100">
                        <a:effectLst/>
                        <a:latin typeface="Consolas" panose="020B0609020204030204" pitchFamily="49"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964626503"/>
                  </a:ext>
                </a:extLst>
              </a:tr>
              <a:tr h="300505">
                <a:tc>
                  <a:txBody>
                    <a:bodyPr/>
                    <a:lstStyle/>
                    <a:p>
                      <a:pPr algn="just">
                        <a:lnSpc>
                          <a:spcPct val="150000"/>
                        </a:lnSpc>
                        <a:spcAft>
                          <a:spcPts val="800"/>
                        </a:spcAft>
                        <a:buNone/>
                      </a:pPr>
                      <a:r>
                        <a:rPr lang="it-IT" sz="1500" kern="100">
                          <a:effectLst/>
                        </a:rPr>
                        <a:t>3 Nodi</a:t>
                      </a:r>
                      <a:endParaRPr lang="it-IT" sz="1500" kern="100">
                        <a:effectLst/>
                        <a:latin typeface="Consolas" panose="020B0609020204030204" pitchFamily="49" charset="0"/>
                        <a:ea typeface="Aptos" panose="020B0004020202020204" pitchFamily="34" charset="0"/>
                        <a:cs typeface="Times New Roman" panose="02020603050405020304" pitchFamily="18" charset="0"/>
                      </a:endParaRPr>
                    </a:p>
                  </a:txBody>
                  <a:tcPr marL="68580" marR="68580" marT="0" marB="0"/>
                </a:tc>
                <a:tc>
                  <a:txBody>
                    <a:bodyPr/>
                    <a:lstStyle/>
                    <a:p>
                      <a:pPr algn="just">
                        <a:lnSpc>
                          <a:spcPct val="150000"/>
                        </a:lnSpc>
                        <a:spcAft>
                          <a:spcPts val="800"/>
                        </a:spcAft>
                        <a:buNone/>
                      </a:pPr>
                      <a:r>
                        <a:rPr lang="it-IT" sz="1500" kern="100">
                          <a:effectLst/>
                        </a:rPr>
                        <a:t>12 CPU</a:t>
                      </a:r>
                      <a:endParaRPr lang="it-IT" sz="1500" kern="100">
                        <a:effectLst/>
                        <a:latin typeface="Consolas" panose="020B0609020204030204" pitchFamily="49" charset="0"/>
                        <a:ea typeface="Aptos" panose="020B0004020202020204" pitchFamily="34" charset="0"/>
                        <a:cs typeface="Times New Roman" panose="02020603050405020304" pitchFamily="18" charset="0"/>
                      </a:endParaRPr>
                    </a:p>
                  </a:txBody>
                  <a:tcPr marL="68580" marR="68580" marT="0" marB="0"/>
                </a:tc>
                <a:tc>
                  <a:txBody>
                    <a:bodyPr/>
                    <a:lstStyle/>
                    <a:p>
                      <a:pPr algn="just">
                        <a:lnSpc>
                          <a:spcPct val="150000"/>
                        </a:lnSpc>
                        <a:spcAft>
                          <a:spcPts val="800"/>
                        </a:spcAft>
                        <a:buNone/>
                      </a:pPr>
                      <a:r>
                        <a:rPr lang="it-IT" sz="1500" kern="100">
                          <a:effectLst/>
                        </a:rPr>
                        <a:t>30 GB</a:t>
                      </a:r>
                      <a:endParaRPr lang="it-IT" sz="1500" kern="100">
                        <a:effectLst/>
                        <a:latin typeface="Consolas" panose="020B0609020204030204" pitchFamily="49" charset="0"/>
                        <a:ea typeface="Aptos" panose="020B0004020202020204" pitchFamily="34" charset="0"/>
                        <a:cs typeface="Times New Roman" panose="02020603050405020304" pitchFamily="18" charset="0"/>
                      </a:endParaRPr>
                    </a:p>
                  </a:txBody>
                  <a:tcPr marL="68580" marR="68580" marT="0" marB="0"/>
                </a:tc>
                <a:tc>
                  <a:txBody>
                    <a:bodyPr/>
                    <a:lstStyle/>
                    <a:p>
                      <a:pPr algn="just">
                        <a:lnSpc>
                          <a:spcPct val="150000"/>
                        </a:lnSpc>
                        <a:spcAft>
                          <a:spcPts val="800"/>
                        </a:spcAft>
                        <a:buNone/>
                      </a:pPr>
                      <a:r>
                        <a:rPr lang="it-IT" sz="1500" kern="100">
                          <a:effectLst/>
                        </a:rPr>
                        <a:t>5.78</a:t>
                      </a:r>
                      <a:endParaRPr lang="it-IT" sz="1500" kern="100">
                        <a:effectLst/>
                        <a:latin typeface="Consolas" panose="020B0609020204030204" pitchFamily="49" charset="0"/>
                        <a:ea typeface="Aptos" panose="020B0004020202020204" pitchFamily="34" charset="0"/>
                        <a:cs typeface="Times New Roman" panose="02020603050405020304" pitchFamily="18" charset="0"/>
                      </a:endParaRPr>
                    </a:p>
                  </a:txBody>
                  <a:tcPr marL="68580" marR="68580" marT="0" marB="0"/>
                </a:tc>
                <a:tc>
                  <a:txBody>
                    <a:bodyPr/>
                    <a:lstStyle/>
                    <a:p>
                      <a:pPr algn="just">
                        <a:lnSpc>
                          <a:spcPct val="150000"/>
                        </a:lnSpc>
                        <a:spcAft>
                          <a:spcPts val="800"/>
                        </a:spcAft>
                        <a:buNone/>
                      </a:pPr>
                      <a:r>
                        <a:rPr lang="it-IT" sz="1500" kern="100">
                          <a:effectLst/>
                        </a:rPr>
                        <a:t>83.2</a:t>
                      </a:r>
                      <a:endParaRPr lang="it-IT" sz="1500" kern="100">
                        <a:effectLst/>
                        <a:latin typeface="Consolas" panose="020B0609020204030204" pitchFamily="49" charset="0"/>
                        <a:ea typeface="Aptos" panose="020B0004020202020204" pitchFamily="34" charset="0"/>
                        <a:cs typeface="Times New Roman" panose="02020603050405020304" pitchFamily="18" charset="0"/>
                      </a:endParaRPr>
                    </a:p>
                  </a:txBody>
                  <a:tcPr marL="68580" marR="68580" marT="0" marB="0"/>
                </a:tc>
                <a:tc>
                  <a:txBody>
                    <a:bodyPr/>
                    <a:lstStyle/>
                    <a:p>
                      <a:pPr algn="just">
                        <a:lnSpc>
                          <a:spcPct val="150000"/>
                        </a:lnSpc>
                        <a:spcAft>
                          <a:spcPts val="800"/>
                        </a:spcAft>
                        <a:buNone/>
                      </a:pPr>
                      <a:r>
                        <a:rPr lang="it-IT" sz="1500" kern="100">
                          <a:effectLst/>
                        </a:rPr>
                        <a:t>90.08</a:t>
                      </a:r>
                      <a:endParaRPr lang="it-IT" sz="1500" kern="100">
                        <a:effectLst/>
                        <a:latin typeface="Consolas" panose="020B0609020204030204" pitchFamily="49"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94551635"/>
                  </a:ext>
                </a:extLst>
              </a:tr>
              <a:tr h="300505">
                <a:tc>
                  <a:txBody>
                    <a:bodyPr/>
                    <a:lstStyle/>
                    <a:p>
                      <a:pPr algn="just">
                        <a:lnSpc>
                          <a:spcPct val="150000"/>
                        </a:lnSpc>
                        <a:spcAft>
                          <a:spcPts val="800"/>
                        </a:spcAft>
                        <a:buNone/>
                      </a:pPr>
                      <a:r>
                        <a:rPr lang="it-IT" sz="1500" kern="100">
                          <a:effectLst/>
                        </a:rPr>
                        <a:t>4 Nodi</a:t>
                      </a:r>
                      <a:endParaRPr lang="it-IT" sz="1500" kern="100">
                        <a:effectLst/>
                        <a:latin typeface="Consolas" panose="020B0609020204030204" pitchFamily="49" charset="0"/>
                        <a:ea typeface="Aptos" panose="020B0004020202020204" pitchFamily="34" charset="0"/>
                        <a:cs typeface="Times New Roman" panose="02020603050405020304" pitchFamily="18" charset="0"/>
                      </a:endParaRPr>
                    </a:p>
                  </a:txBody>
                  <a:tcPr marL="68580" marR="68580" marT="0" marB="0"/>
                </a:tc>
                <a:tc>
                  <a:txBody>
                    <a:bodyPr/>
                    <a:lstStyle/>
                    <a:p>
                      <a:pPr algn="just">
                        <a:lnSpc>
                          <a:spcPct val="150000"/>
                        </a:lnSpc>
                        <a:spcAft>
                          <a:spcPts val="800"/>
                        </a:spcAft>
                        <a:buNone/>
                      </a:pPr>
                      <a:r>
                        <a:rPr lang="it-IT" sz="1500" kern="100" dirty="0">
                          <a:effectLst/>
                        </a:rPr>
                        <a:t>16 CPU</a:t>
                      </a:r>
                      <a:endParaRPr lang="it-IT" sz="1500" kern="100" dirty="0">
                        <a:effectLst/>
                        <a:latin typeface="Consolas" panose="020B0609020204030204" pitchFamily="49" charset="0"/>
                        <a:ea typeface="Aptos" panose="020B0004020202020204" pitchFamily="34" charset="0"/>
                        <a:cs typeface="Times New Roman" panose="02020603050405020304" pitchFamily="18" charset="0"/>
                      </a:endParaRPr>
                    </a:p>
                  </a:txBody>
                  <a:tcPr marL="68580" marR="68580" marT="0" marB="0"/>
                </a:tc>
                <a:tc>
                  <a:txBody>
                    <a:bodyPr/>
                    <a:lstStyle/>
                    <a:p>
                      <a:pPr algn="just">
                        <a:lnSpc>
                          <a:spcPct val="150000"/>
                        </a:lnSpc>
                        <a:spcAft>
                          <a:spcPts val="800"/>
                        </a:spcAft>
                        <a:buNone/>
                      </a:pPr>
                      <a:r>
                        <a:rPr lang="it-IT" sz="1500" kern="100">
                          <a:effectLst/>
                        </a:rPr>
                        <a:t>40 GB</a:t>
                      </a:r>
                      <a:endParaRPr lang="it-IT" sz="1500" kern="100">
                        <a:effectLst/>
                        <a:latin typeface="Consolas" panose="020B0609020204030204" pitchFamily="49" charset="0"/>
                        <a:ea typeface="Aptos" panose="020B0004020202020204" pitchFamily="34" charset="0"/>
                        <a:cs typeface="Times New Roman" panose="02020603050405020304" pitchFamily="18" charset="0"/>
                      </a:endParaRPr>
                    </a:p>
                  </a:txBody>
                  <a:tcPr marL="68580" marR="68580" marT="0" marB="0"/>
                </a:tc>
                <a:tc>
                  <a:txBody>
                    <a:bodyPr/>
                    <a:lstStyle/>
                    <a:p>
                      <a:pPr algn="just">
                        <a:lnSpc>
                          <a:spcPct val="150000"/>
                        </a:lnSpc>
                        <a:spcAft>
                          <a:spcPts val="800"/>
                        </a:spcAft>
                        <a:buNone/>
                      </a:pPr>
                      <a:r>
                        <a:rPr lang="it-IT" sz="1500" kern="100">
                          <a:effectLst/>
                        </a:rPr>
                        <a:t>5.66</a:t>
                      </a:r>
                      <a:endParaRPr lang="it-IT" sz="1500" kern="100">
                        <a:effectLst/>
                        <a:latin typeface="Consolas" panose="020B0609020204030204" pitchFamily="49" charset="0"/>
                        <a:ea typeface="Aptos" panose="020B0004020202020204" pitchFamily="34" charset="0"/>
                        <a:cs typeface="Times New Roman" panose="02020603050405020304" pitchFamily="18" charset="0"/>
                      </a:endParaRPr>
                    </a:p>
                  </a:txBody>
                  <a:tcPr marL="68580" marR="68580" marT="0" marB="0"/>
                </a:tc>
                <a:tc>
                  <a:txBody>
                    <a:bodyPr/>
                    <a:lstStyle/>
                    <a:p>
                      <a:pPr algn="just">
                        <a:lnSpc>
                          <a:spcPct val="150000"/>
                        </a:lnSpc>
                        <a:spcAft>
                          <a:spcPts val="800"/>
                        </a:spcAft>
                        <a:buNone/>
                      </a:pPr>
                      <a:r>
                        <a:rPr lang="it-IT" sz="1500" kern="100" dirty="0">
                          <a:effectLst/>
                        </a:rPr>
                        <a:t>73.40</a:t>
                      </a:r>
                      <a:endParaRPr lang="it-IT" sz="1500" kern="100" dirty="0">
                        <a:effectLst/>
                        <a:latin typeface="Consolas" panose="020B0609020204030204" pitchFamily="49" charset="0"/>
                        <a:ea typeface="Aptos" panose="020B0004020202020204" pitchFamily="34" charset="0"/>
                        <a:cs typeface="Times New Roman" panose="02020603050405020304" pitchFamily="18" charset="0"/>
                      </a:endParaRPr>
                    </a:p>
                  </a:txBody>
                  <a:tcPr marL="68580" marR="68580" marT="0" marB="0"/>
                </a:tc>
                <a:tc>
                  <a:txBody>
                    <a:bodyPr/>
                    <a:lstStyle/>
                    <a:p>
                      <a:pPr algn="just">
                        <a:lnSpc>
                          <a:spcPct val="150000"/>
                        </a:lnSpc>
                        <a:spcAft>
                          <a:spcPts val="800"/>
                        </a:spcAft>
                        <a:buNone/>
                      </a:pPr>
                      <a:r>
                        <a:rPr lang="it-IT" sz="1500" kern="100" dirty="0">
                          <a:effectLst/>
                        </a:rPr>
                        <a:t>80.12</a:t>
                      </a:r>
                      <a:endParaRPr lang="it-IT" sz="1500" kern="100" dirty="0">
                        <a:effectLst/>
                        <a:latin typeface="Consolas" panose="020B0609020204030204" pitchFamily="49"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563090864"/>
                  </a:ext>
                </a:extLst>
              </a:tr>
            </a:tbl>
          </a:graphicData>
        </a:graphic>
      </p:graphicFrame>
      <p:pic>
        <p:nvPicPr>
          <p:cNvPr id="11" name="Immagine 10" descr="Immagine che contiene testo, linea, Diagramma, diagramma&#10;&#10;Il contenuto generato dall'IA potrebbe non essere corretto.">
            <a:extLst>
              <a:ext uri="{FF2B5EF4-FFF2-40B4-BE49-F238E27FC236}">
                <a16:creationId xmlns:a16="http://schemas.microsoft.com/office/drawing/2014/main" id="{5C5528A8-9401-BE17-8D57-8627BD328A32}"/>
              </a:ext>
            </a:extLst>
          </p:cNvPr>
          <p:cNvPicPr>
            <a:picLocks noChangeAspect="1"/>
          </p:cNvPicPr>
          <p:nvPr/>
        </p:nvPicPr>
        <p:blipFill>
          <a:blip r:embed="rId3"/>
          <a:stretch>
            <a:fillRect/>
          </a:stretch>
        </p:blipFill>
        <p:spPr>
          <a:xfrm>
            <a:off x="6170828" y="3429000"/>
            <a:ext cx="5001402" cy="3000841"/>
          </a:xfrm>
          <a:prstGeom prst="rect">
            <a:avLst/>
          </a:prstGeom>
        </p:spPr>
      </p:pic>
    </p:spTree>
    <p:extLst>
      <p:ext uri="{BB962C8B-B14F-4D97-AF65-F5344CB8AC3E}">
        <p14:creationId xmlns:p14="http://schemas.microsoft.com/office/powerpoint/2010/main" val="15666702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olo 5">
            <a:extLst>
              <a:ext uri="{FF2B5EF4-FFF2-40B4-BE49-F238E27FC236}">
                <a16:creationId xmlns:a16="http://schemas.microsoft.com/office/drawing/2014/main" id="{EDF9E134-98AA-3ECE-E40A-180C85ACD7D5}"/>
              </a:ext>
            </a:extLst>
          </p:cNvPr>
          <p:cNvSpPr>
            <a:spLocks noGrp="1"/>
          </p:cNvSpPr>
          <p:nvPr>
            <p:ph type="title"/>
          </p:nvPr>
        </p:nvSpPr>
        <p:spPr>
          <a:xfrm>
            <a:off x="1158864" y="102022"/>
            <a:ext cx="9779183" cy="868484"/>
          </a:xfrm>
        </p:spPr>
        <p:txBody>
          <a:bodyPr vert="horz" lIns="91440" tIns="45720" rIns="91440" bIns="45720" rtlCol="0" anchor="b">
            <a:normAutofit/>
          </a:bodyPr>
          <a:lstStyle>
            <a:defPPr>
              <a:defRPr lang="it-IT"/>
            </a:defPPr>
          </a:lstStyle>
          <a:p>
            <a:r>
              <a:rPr lang="it-IT" b="1" kern="1200" dirty="0">
                <a:latin typeface="+mj-lt"/>
                <a:ea typeface="+mj-ea"/>
                <a:cs typeface="+mj-cs"/>
              </a:rPr>
              <a:t>Analisi del sentiment</a:t>
            </a:r>
          </a:p>
        </p:txBody>
      </p:sp>
      <p:graphicFrame>
        <p:nvGraphicFramePr>
          <p:cNvPr id="10" name="CasellaDiTesto 7">
            <a:extLst>
              <a:ext uri="{FF2B5EF4-FFF2-40B4-BE49-F238E27FC236}">
                <a16:creationId xmlns:a16="http://schemas.microsoft.com/office/drawing/2014/main" id="{2ED3E8B7-ADB3-F3CE-0F7E-B79DBD3C3049}"/>
              </a:ext>
            </a:extLst>
          </p:cNvPr>
          <p:cNvGraphicFramePr/>
          <p:nvPr>
            <p:extLst>
              <p:ext uri="{D42A27DB-BD31-4B8C-83A1-F6EECF244321}">
                <p14:modId xmlns:p14="http://schemas.microsoft.com/office/powerpoint/2010/main" val="2298724749"/>
              </p:ext>
            </p:extLst>
          </p:nvPr>
        </p:nvGraphicFramePr>
        <p:xfrm>
          <a:off x="511277" y="1112059"/>
          <a:ext cx="10726994" cy="463388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659396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a:extLst>
              <a:ext uri="{FF2B5EF4-FFF2-40B4-BE49-F238E27FC236}">
                <a16:creationId xmlns:a16="http://schemas.microsoft.com/office/drawing/2014/main" id="{5FF9F8AF-D44C-54F3-411C-6FE9F7F37C63}"/>
              </a:ext>
            </a:extLst>
          </p:cNvPr>
          <p:cNvSpPr>
            <a:spLocks noGrp="1"/>
          </p:cNvSpPr>
          <p:nvPr>
            <p:ph type="title"/>
          </p:nvPr>
        </p:nvSpPr>
        <p:spPr>
          <a:xfrm>
            <a:off x="832212" y="629920"/>
            <a:ext cx="9779183" cy="1065643"/>
          </a:xfrm>
        </p:spPr>
        <p:txBody>
          <a:bodyPr rtlCol="0" anchor="b">
            <a:normAutofit/>
          </a:bodyPr>
          <a:lstStyle>
            <a:defPPr>
              <a:defRPr lang="it-IT"/>
            </a:defPPr>
          </a:lstStyle>
          <a:p>
            <a:r>
              <a:rPr lang="it-IT" dirty="0"/>
              <a:t>Data </a:t>
            </a:r>
            <a:r>
              <a:rPr lang="it-IT" dirty="0" err="1"/>
              <a:t>visualization</a:t>
            </a:r>
            <a:endParaRPr lang="it-IT" dirty="0"/>
          </a:p>
        </p:txBody>
      </p:sp>
      <p:pic>
        <p:nvPicPr>
          <p:cNvPr id="8" name="Immagine 7" descr="Immagine che contiene testo, schermata, diagramma, numero&#10;&#10;Il contenuto generato dall'IA potrebbe non essere corretto.">
            <a:extLst>
              <a:ext uri="{FF2B5EF4-FFF2-40B4-BE49-F238E27FC236}">
                <a16:creationId xmlns:a16="http://schemas.microsoft.com/office/drawing/2014/main" id="{E8962377-FA6B-E1CC-49BB-3695BA0B600A}"/>
              </a:ext>
            </a:extLst>
          </p:cNvPr>
          <p:cNvPicPr>
            <a:picLocks noChangeAspect="1"/>
          </p:cNvPicPr>
          <p:nvPr/>
        </p:nvPicPr>
        <p:blipFill>
          <a:blip r:embed="rId3"/>
          <a:stretch>
            <a:fillRect/>
          </a:stretch>
        </p:blipFill>
        <p:spPr>
          <a:xfrm>
            <a:off x="8162194" y="2218678"/>
            <a:ext cx="3820801" cy="2761408"/>
          </a:xfrm>
          <a:prstGeom prst="rect">
            <a:avLst/>
          </a:prstGeom>
        </p:spPr>
      </p:pic>
      <p:pic>
        <p:nvPicPr>
          <p:cNvPr id="13" name="Immagine 12" descr="Immagine che contiene testo, schermata, diagramma, numero&#10;&#10;Il contenuto generato dall'IA potrebbe non essere corretto.">
            <a:extLst>
              <a:ext uri="{FF2B5EF4-FFF2-40B4-BE49-F238E27FC236}">
                <a16:creationId xmlns:a16="http://schemas.microsoft.com/office/drawing/2014/main" id="{F7E98179-11D3-427C-007C-A8D2ECBB7802}"/>
              </a:ext>
            </a:extLst>
          </p:cNvPr>
          <p:cNvPicPr>
            <a:picLocks noChangeAspect="1"/>
          </p:cNvPicPr>
          <p:nvPr/>
        </p:nvPicPr>
        <p:blipFill>
          <a:blip r:embed="rId4"/>
          <a:stretch>
            <a:fillRect/>
          </a:stretch>
        </p:blipFill>
        <p:spPr>
          <a:xfrm>
            <a:off x="209005" y="2224931"/>
            <a:ext cx="3820802" cy="2760235"/>
          </a:xfrm>
          <a:prstGeom prst="rect">
            <a:avLst/>
          </a:prstGeom>
        </p:spPr>
      </p:pic>
      <p:pic>
        <p:nvPicPr>
          <p:cNvPr id="6" name="Immagine 5" descr="Immagine che contiene testo, schermata, numero, Carattere&#10;&#10;Il contenuto generato dall'IA potrebbe non essere corretto.">
            <a:extLst>
              <a:ext uri="{FF2B5EF4-FFF2-40B4-BE49-F238E27FC236}">
                <a16:creationId xmlns:a16="http://schemas.microsoft.com/office/drawing/2014/main" id="{F3A16B0C-6CCF-E4D2-8D5C-1AF2B81C6270}"/>
              </a:ext>
            </a:extLst>
          </p:cNvPr>
          <p:cNvPicPr>
            <a:picLocks noChangeAspect="1"/>
          </p:cNvPicPr>
          <p:nvPr/>
        </p:nvPicPr>
        <p:blipFill>
          <a:blip r:embed="rId5"/>
          <a:stretch>
            <a:fillRect/>
          </a:stretch>
        </p:blipFill>
        <p:spPr>
          <a:xfrm>
            <a:off x="4185599" y="2224931"/>
            <a:ext cx="3820801" cy="2760235"/>
          </a:xfrm>
          <a:prstGeom prst="rect">
            <a:avLst/>
          </a:prstGeom>
        </p:spPr>
      </p:pic>
    </p:spTree>
    <p:extLst>
      <p:ext uri="{BB962C8B-B14F-4D97-AF65-F5344CB8AC3E}">
        <p14:creationId xmlns:p14="http://schemas.microsoft.com/office/powerpoint/2010/main" val="10592314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6AF7C7E-61E4-AEC4-743A-CDA10420B896}"/>
              </a:ext>
            </a:extLst>
          </p:cNvPr>
          <p:cNvSpPr>
            <a:spLocks noGrp="1"/>
          </p:cNvSpPr>
          <p:nvPr>
            <p:ph type="title"/>
          </p:nvPr>
        </p:nvSpPr>
        <p:spPr>
          <a:xfrm>
            <a:off x="749528" y="278765"/>
            <a:ext cx="9779183" cy="1600835"/>
          </a:xfrm>
        </p:spPr>
        <p:txBody>
          <a:bodyPr vert="horz" lIns="91440" tIns="45720" rIns="91440" bIns="45720" rtlCol="0" anchor="b">
            <a:normAutofit/>
          </a:bodyPr>
          <a:lstStyle/>
          <a:p>
            <a:r>
              <a:rPr lang="it-IT" b="1" kern="1200" dirty="0">
                <a:latin typeface="+mj-lt"/>
                <a:ea typeface="+mj-ea"/>
                <a:cs typeface="+mj-cs"/>
              </a:rPr>
              <a:t>Conclusioni</a:t>
            </a:r>
          </a:p>
        </p:txBody>
      </p:sp>
      <p:sp>
        <p:nvSpPr>
          <p:cNvPr id="5" name="CasellaDiTesto 4">
            <a:extLst>
              <a:ext uri="{FF2B5EF4-FFF2-40B4-BE49-F238E27FC236}">
                <a16:creationId xmlns:a16="http://schemas.microsoft.com/office/drawing/2014/main" id="{2B3FB53C-929F-A3B8-AD82-9124A834F0E1}"/>
              </a:ext>
            </a:extLst>
          </p:cNvPr>
          <p:cNvSpPr txBox="1"/>
          <p:nvPr/>
        </p:nvSpPr>
        <p:spPr>
          <a:xfrm>
            <a:off x="749528" y="2693353"/>
            <a:ext cx="10197147" cy="3436936"/>
          </a:xfrm>
          <a:prstGeom prst="rect">
            <a:avLst/>
          </a:prstGeom>
        </p:spPr>
        <p:txBody>
          <a:bodyPr vert="horz" lIns="91440" tIns="45720" rIns="91440" bIns="45720" rtlCol="0">
            <a:normAutofit/>
          </a:bodyPr>
          <a:lstStyle/>
          <a:p>
            <a:pPr marL="342900" indent="-283464" algn="just">
              <a:lnSpc>
                <a:spcPct val="90000"/>
              </a:lnSpc>
              <a:spcBef>
                <a:spcPts val="1000"/>
              </a:spcBef>
              <a:buFont typeface="Arial" panose="020B0604020202020204" pitchFamily="34" charset="0"/>
              <a:buChar char="•"/>
            </a:pPr>
            <a:r>
              <a:rPr lang="it-IT" sz="2000" b="1" dirty="0">
                <a:solidFill>
                  <a:schemeClr val="bg1"/>
                </a:solidFill>
              </a:rPr>
              <a:t>Solidità Infrastrutturale:</a:t>
            </a:r>
            <a:r>
              <a:rPr lang="it-IT" sz="2000" dirty="0">
                <a:solidFill>
                  <a:schemeClr val="bg1"/>
                </a:solidFill>
              </a:rPr>
              <a:t> I benchmark confermano l'efficacia del cluster distribuito in quanto è stato ottenuta una scalabilità quasi lineare, dimostrando che il sistema converte efficientemente le risorse aggiuntive in velocità. L'integrazione con HDFS ha inoltre garantito la sopravvivenza del job anche in caso di guasti critici.</a:t>
            </a:r>
          </a:p>
          <a:p>
            <a:pPr marL="342900" indent="-283464" algn="just">
              <a:lnSpc>
                <a:spcPct val="90000"/>
              </a:lnSpc>
              <a:spcBef>
                <a:spcPts val="1000"/>
              </a:spcBef>
              <a:buFont typeface="Arial" panose="020B0604020202020204" pitchFamily="34" charset="0"/>
              <a:buChar char="•"/>
            </a:pPr>
            <a:r>
              <a:rPr lang="it-IT" sz="2000" b="1" dirty="0">
                <a:solidFill>
                  <a:schemeClr val="bg1"/>
                </a:solidFill>
              </a:rPr>
              <a:t>Valore Analitico: </a:t>
            </a:r>
            <a:r>
              <a:rPr lang="it-IT" sz="2000" dirty="0">
                <a:solidFill>
                  <a:schemeClr val="bg1"/>
                </a:solidFill>
              </a:rPr>
              <a:t>è stata superata la superficialità delle metriche quantitative e, mediante l'analisi semantica granulare, è stato possibile diagnosticare le cause radice specifiche per ogni applicazione e generali di insoddisfazione, trasformando milioni di dati grezzi in indicazioni strategiche reali.</a:t>
            </a:r>
          </a:p>
          <a:p>
            <a:pPr marL="342900" indent="-283464" algn="just">
              <a:lnSpc>
                <a:spcPct val="90000"/>
              </a:lnSpc>
              <a:spcBef>
                <a:spcPts val="1000"/>
              </a:spcBef>
              <a:buFont typeface="Arial" panose="020B0604020202020204" pitchFamily="34" charset="0"/>
              <a:buChar char="•"/>
            </a:pPr>
            <a:r>
              <a:rPr lang="it-IT" sz="2000" b="1" dirty="0">
                <a:solidFill>
                  <a:schemeClr val="bg1"/>
                </a:solidFill>
              </a:rPr>
              <a:t>Verdetto Tecnologico: </a:t>
            </a:r>
            <a:r>
              <a:rPr lang="it-IT" sz="2000" dirty="0">
                <a:solidFill>
                  <a:schemeClr val="bg1"/>
                </a:solidFill>
              </a:rPr>
              <a:t>lo </a:t>
            </a:r>
            <a:r>
              <a:rPr lang="it-IT" sz="2000" dirty="0" err="1">
                <a:solidFill>
                  <a:schemeClr val="bg1"/>
                </a:solidFill>
              </a:rPr>
              <a:t>stack</a:t>
            </a:r>
            <a:r>
              <a:rPr lang="it-IT" sz="2000" dirty="0">
                <a:solidFill>
                  <a:schemeClr val="bg1"/>
                </a:solidFill>
              </a:rPr>
              <a:t> tecnologico utilizzato si conferma una soluzione industriale reale e capace di abbattere drasticamente la latenza decisionale su grandi volumi di dati non strutturati.</a:t>
            </a:r>
          </a:p>
        </p:txBody>
      </p:sp>
    </p:spTree>
    <p:extLst>
      <p:ext uri="{BB962C8B-B14F-4D97-AF65-F5344CB8AC3E}">
        <p14:creationId xmlns:p14="http://schemas.microsoft.com/office/powerpoint/2010/main" val="221911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81C753FD-96EC-101A-B8A4-5F69A189BEF4}"/>
              </a:ext>
            </a:extLst>
          </p:cNvPr>
          <p:cNvSpPr>
            <a:spLocks noGrp="1"/>
          </p:cNvSpPr>
          <p:nvPr>
            <p:ph type="ctrTitle"/>
          </p:nvPr>
        </p:nvSpPr>
        <p:spPr>
          <a:xfrm>
            <a:off x="1167494" y="252549"/>
            <a:ext cx="6220278" cy="3262811"/>
          </a:xfrm>
        </p:spPr>
        <p:txBody>
          <a:bodyPr rtlCol="0"/>
          <a:lstStyle>
            <a:defPPr>
              <a:defRPr lang="it-IT"/>
            </a:defPPr>
          </a:lstStyle>
          <a:p>
            <a:pPr rtl="0"/>
            <a:r>
              <a:rPr lang="it-IT" dirty="0"/>
              <a:t>Grazie</a:t>
            </a:r>
          </a:p>
        </p:txBody>
      </p:sp>
      <p:sp>
        <p:nvSpPr>
          <p:cNvPr id="5" name="Sottotitolo 4">
            <a:extLst>
              <a:ext uri="{FF2B5EF4-FFF2-40B4-BE49-F238E27FC236}">
                <a16:creationId xmlns:a16="http://schemas.microsoft.com/office/drawing/2014/main" id="{67BB04B7-47A4-741B-59E0-F0E6F2126E8F}"/>
              </a:ext>
            </a:extLst>
          </p:cNvPr>
          <p:cNvSpPr>
            <a:spLocks noGrp="1"/>
          </p:cNvSpPr>
          <p:nvPr>
            <p:ph type="subTitle" idx="1"/>
          </p:nvPr>
        </p:nvSpPr>
        <p:spPr>
          <a:xfrm>
            <a:off x="1167493" y="3685939"/>
            <a:ext cx="6220277" cy="2919512"/>
          </a:xfrm>
        </p:spPr>
        <p:txBody>
          <a:bodyPr rtlCol="0"/>
          <a:lstStyle>
            <a:defPPr>
              <a:defRPr lang="it-IT"/>
            </a:defPPr>
          </a:lstStyle>
          <a:p>
            <a:pPr rtl="0"/>
            <a:r>
              <a:rPr lang="it-IT" dirty="0"/>
              <a:t>Colombo Lorenzo</a:t>
            </a:r>
          </a:p>
          <a:p>
            <a:pPr rtl="0"/>
            <a:r>
              <a:rPr lang="it-IT" dirty="0"/>
              <a:t>Mat. 885895</a:t>
            </a:r>
          </a:p>
          <a:p>
            <a:pPr rtl="0"/>
            <a:r>
              <a:rPr lang="it-IT" dirty="0"/>
              <a:t>l.colombo146@campus.unimib.it</a:t>
            </a:r>
          </a:p>
          <a:p>
            <a:pPr rtl="0"/>
            <a:endParaRPr lang="it-IT" dirty="0"/>
          </a:p>
        </p:txBody>
      </p:sp>
    </p:spTree>
    <p:extLst>
      <p:ext uri="{BB962C8B-B14F-4D97-AF65-F5344CB8AC3E}">
        <p14:creationId xmlns:p14="http://schemas.microsoft.com/office/powerpoint/2010/main" val="1609673525"/>
      </p:ext>
    </p:extLst>
  </p:cSld>
  <p:clrMapOvr>
    <a:masterClrMapping/>
  </p:clrMapOvr>
</p:sld>
</file>

<file path=ppt/theme/theme1.xml><?xml version="1.0" encoding="utf-8"?>
<a:theme xmlns:a="http://schemas.openxmlformats.org/drawingml/2006/main" name="Personalizzata">
  <a:themeElements>
    <a:clrScheme name="Universal Color Block">
      <a:dk1>
        <a:srgbClr val="000000"/>
      </a:dk1>
      <a:lt1>
        <a:srgbClr val="FFFFFF"/>
      </a:lt1>
      <a:dk2>
        <a:srgbClr val="44546A"/>
      </a:dk2>
      <a:lt2>
        <a:srgbClr val="E7E6E6"/>
      </a:lt2>
      <a:accent1>
        <a:srgbClr val="0068FF"/>
      </a:accent1>
      <a:accent2>
        <a:srgbClr val="DAE5EF"/>
      </a:accent2>
      <a:accent3>
        <a:srgbClr val="637183"/>
      </a:accent3>
      <a:accent4>
        <a:srgbClr val="434E5E"/>
      </a:accent4>
      <a:accent5>
        <a:srgbClr val="5B9BD5"/>
      </a:accent5>
      <a:accent6>
        <a:srgbClr val="70AD47"/>
      </a:accent6>
      <a:hlink>
        <a:srgbClr val="0563C1"/>
      </a:hlink>
      <a:folHlink>
        <a:srgbClr val="954F72"/>
      </a:folHlink>
    </a:clrScheme>
    <a:fontScheme name="Custom 75">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73135356_TF45331398_Win32" id="{116537B0-5921-4835-BA42-AA82ECD574B7}" vid="{7D28A4BB-AA9C-42F9-90F7-4958B4CC410F}"/>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1E98C35-9ECE-4425-BCBA-00E118C705CE}">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45A8381C-73EB-48EA-B45F-7B7C8C7DF409}">
  <ds:schemaRefs>
    <ds:schemaRef ds:uri="http://schemas.microsoft.com/sharepoint/v3/contenttype/forms"/>
  </ds:schemaRefs>
</ds:datastoreItem>
</file>

<file path=customXml/itemProps3.xml><?xml version="1.0" encoding="utf-8"?>
<ds:datastoreItem xmlns:ds="http://schemas.openxmlformats.org/officeDocument/2006/customXml" ds:itemID="{5AA6A711-2C3F-4EC0-B88B-62D74085117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Presentazione universale</Template>
  <TotalTime>487</TotalTime>
  <Words>812</Words>
  <Application>Microsoft Office PowerPoint</Application>
  <PresentationFormat>Widescreen</PresentationFormat>
  <Paragraphs>114</Paragraphs>
  <Slides>10</Slides>
  <Notes>8</Notes>
  <HiddenSlides>0</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10</vt:i4>
      </vt:variant>
    </vt:vector>
  </HeadingPairs>
  <TitlesOfParts>
    <vt:vector size="16" baseType="lpstr">
      <vt:lpstr>Arial</vt:lpstr>
      <vt:lpstr>Calibri</vt:lpstr>
      <vt:lpstr>Consolas</vt:lpstr>
      <vt:lpstr>Courier New</vt:lpstr>
      <vt:lpstr>Tenorite</vt:lpstr>
      <vt:lpstr>Personalizzata</vt:lpstr>
      <vt:lpstr>Benchmarking e sentiment analysis su cluster spark</vt:lpstr>
      <vt:lpstr>Scenario e obiettivi</vt:lpstr>
      <vt:lpstr>Architettura della soluzione</vt:lpstr>
      <vt:lpstr>Data Engineering e Preparazione </vt:lpstr>
      <vt:lpstr>Pipeline di analisi distribuita</vt:lpstr>
      <vt:lpstr>Benchmarking e Scalabilità</vt:lpstr>
      <vt:lpstr>Analisi del sentiment</vt:lpstr>
      <vt:lpstr>Data visualization</vt:lpstr>
      <vt:lpstr>Conclusioni</vt:lpstr>
      <vt:lpstr>Grazie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Lorenzo Colombo</dc:creator>
  <cp:lastModifiedBy>Lorenzo Colombo</cp:lastModifiedBy>
  <cp:revision>7</cp:revision>
  <dcterms:created xsi:type="dcterms:W3CDTF">2025-05-21T08:29:16Z</dcterms:created>
  <dcterms:modified xsi:type="dcterms:W3CDTF">2026-01-28T10:58:44Z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