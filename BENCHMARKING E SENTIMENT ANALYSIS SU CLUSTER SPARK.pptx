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5"/>
    <p:sldId id="257" r:id="rId6"/>
    <p:sldId id="300" r:id="rId7"/>
    <p:sldId id="286" r:id="rId8"/>
    <p:sldId id="302" r:id="rId9"/>
    <p:sldId id="289" r:id="rId10"/>
    <p:sldId id="299" r:id="rId11"/>
    <p:sldId id="290" r:id="rId12"/>
    <p:sldId id="304" r:id="rId13"/>
    <p:sldId id="305" r:id="rId14"/>
    <p:sldId id="296" r:id="rId15"/>
  </p:sldIdLst>
  <p:sldSz cx="12192000" cy="6858000"/>
  <p:notesSz cx="6858000" cy="9144000"/>
  <p:defaultTextStyle>
    <a:defPPr rtl="0">
      <a:defRPr lang="it-IT"/>
    </a:defPPr>
    <a:lvl1pPr marL="0" algn="l" defTabSz="914400" rtl="0" eaLnBrk="1" latinLnBrk="0" hangingPunct="1">
      <a:defRPr lang="it-IT" sz="1800" kern="1200">
        <a:solidFill>
          <a:schemeClr val="tx1"/>
        </a:solidFill>
        <a:latin typeface="+mn-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ore"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46" autoAdjust="0"/>
  </p:normalViewPr>
  <p:slideViewPr>
    <p:cSldViewPr snapToGrid="0">
      <p:cViewPr>
        <p:scale>
          <a:sx n="75" d="100"/>
          <a:sy n="75" d="100"/>
        </p:scale>
        <p:origin x="974" y="202"/>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82" d="100"/>
          <a:sy n="82" d="100"/>
        </p:scale>
        <p:origin x="394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34775C-0029-4F73-A03B-168FEA85C52D}" type="doc">
      <dgm:prSet loTypeId="urn:microsoft.com/office/officeart/2018/2/layout/IconVerticalSolidList" loCatId="icon" qsTypeId="urn:microsoft.com/office/officeart/2005/8/quickstyle/simple4" qsCatId="simple" csTypeId="urn:microsoft.com/office/officeart/2005/8/colors/accent0_3" csCatId="mainScheme" phldr="1"/>
      <dgm:spPr/>
      <dgm:t>
        <a:bodyPr/>
        <a:lstStyle/>
        <a:p>
          <a:endParaRPr lang="en-US"/>
        </a:p>
      </dgm:t>
    </dgm:pt>
    <dgm:pt modelId="{A964B8F1-9AB4-417A-AF15-E8D5E23CEF47}">
      <dgm:prSet/>
      <dgm:spPr/>
      <dgm:t>
        <a:bodyPr/>
        <a:lstStyle/>
        <a:p>
          <a:pPr>
            <a:lnSpc>
              <a:spcPct val="100000"/>
            </a:lnSpc>
          </a:pPr>
          <a:r>
            <a:rPr lang="it-IT"/>
            <a:t>Analisi del sentiment di un dataset massivo eterogeneo composto da recensioni utente su venti applicazioni distinte, estratte dal Google Play StoreTestare scalabilità replica e fault tolerance</a:t>
          </a:r>
          <a:endParaRPr lang="en-US" dirty="0"/>
        </a:p>
      </dgm:t>
    </dgm:pt>
    <dgm:pt modelId="{FF9442B0-B68C-4F4B-B7EB-3CF7CD638A89}" type="parTrans" cxnId="{BC73F6D9-41F0-4E92-8E35-2DF7DEC52666}">
      <dgm:prSet/>
      <dgm:spPr/>
      <dgm:t>
        <a:bodyPr/>
        <a:lstStyle/>
        <a:p>
          <a:endParaRPr lang="en-US"/>
        </a:p>
      </dgm:t>
    </dgm:pt>
    <dgm:pt modelId="{2BA35371-9C81-43F2-8B78-CD8DF90A8E13}" type="sibTrans" cxnId="{BC73F6D9-41F0-4E92-8E35-2DF7DEC52666}">
      <dgm:prSet/>
      <dgm:spPr/>
      <dgm:t>
        <a:bodyPr/>
        <a:lstStyle/>
        <a:p>
          <a:endParaRPr lang="en-US"/>
        </a:p>
      </dgm:t>
    </dgm:pt>
    <dgm:pt modelId="{6B3A6270-A364-441E-A7D7-79B3772AD6C0}">
      <dgm:prSet/>
      <dgm:spPr/>
      <dgm:t>
        <a:bodyPr/>
        <a:lstStyle/>
        <a:p>
          <a:pPr>
            <a:lnSpc>
              <a:spcPct val="100000"/>
            </a:lnSpc>
          </a:pPr>
          <a:r>
            <a:rPr lang="it-IT"/>
            <a:t>Le recensioni provengono da 20 file csv e riguardano le top 20 applicazioni presenti sul Play Store riportando informazioni su contenuto della recensione e punteggio</a:t>
          </a:r>
          <a:endParaRPr lang="en-US" dirty="0"/>
        </a:p>
      </dgm:t>
    </dgm:pt>
    <dgm:pt modelId="{9960498A-772A-4074-87E7-49A016E73A67}" type="parTrans" cxnId="{BFC54BE0-6720-4530-8AC6-5ED0088E1F0B}">
      <dgm:prSet/>
      <dgm:spPr/>
      <dgm:t>
        <a:bodyPr/>
        <a:lstStyle/>
        <a:p>
          <a:endParaRPr lang="en-US"/>
        </a:p>
      </dgm:t>
    </dgm:pt>
    <dgm:pt modelId="{EEDCFD7D-54B2-4FD3-8C00-071A51DC57C5}" type="sibTrans" cxnId="{BFC54BE0-6720-4530-8AC6-5ED0088E1F0B}">
      <dgm:prSet/>
      <dgm:spPr/>
      <dgm:t>
        <a:bodyPr/>
        <a:lstStyle/>
        <a:p>
          <a:endParaRPr lang="en-US"/>
        </a:p>
      </dgm:t>
    </dgm:pt>
    <dgm:pt modelId="{F60FABD5-0FAF-4189-97BB-4D8C0ECA5081}">
      <dgm:prSet/>
      <dgm:spPr/>
      <dgm:t>
        <a:bodyPr/>
        <a:lstStyle/>
        <a:p>
          <a:pPr>
            <a:lnSpc>
              <a:spcPct val="100000"/>
            </a:lnSpc>
          </a:pPr>
          <a:r>
            <a:rPr lang="it-IT"/>
            <a:t>progettare, implementare e testare una pipeline di Big Data Analytics utilizzando Apache Spark in un ambiente distribuito su Cloud Azure effettuando anche benchmark su prestazioni e scalabilità</a:t>
          </a:r>
          <a:endParaRPr lang="en-US" dirty="0"/>
        </a:p>
      </dgm:t>
    </dgm:pt>
    <dgm:pt modelId="{B06FA0BA-84EF-4BCC-B8D9-FB6DAF0E61E0}" type="parTrans" cxnId="{1B2D95B9-87D4-4971-BC42-2B2B47736674}">
      <dgm:prSet/>
      <dgm:spPr/>
      <dgm:t>
        <a:bodyPr/>
        <a:lstStyle/>
        <a:p>
          <a:endParaRPr lang="en-US"/>
        </a:p>
      </dgm:t>
    </dgm:pt>
    <dgm:pt modelId="{F29FBA7F-7F61-41EC-B409-E478FEF5C21F}" type="sibTrans" cxnId="{1B2D95B9-87D4-4971-BC42-2B2B47736674}">
      <dgm:prSet/>
      <dgm:spPr/>
      <dgm:t>
        <a:bodyPr/>
        <a:lstStyle/>
        <a:p>
          <a:endParaRPr lang="en-US"/>
        </a:p>
      </dgm:t>
    </dgm:pt>
    <dgm:pt modelId="{C6858560-12E7-4A90-835A-2E27E62D6278}" type="pres">
      <dgm:prSet presAssocID="{3F34775C-0029-4F73-A03B-168FEA85C52D}" presName="root" presStyleCnt="0">
        <dgm:presLayoutVars>
          <dgm:dir/>
          <dgm:resizeHandles val="exact"/>
        </dgm:presLayoutVars>
      </dgm:prSet>
      <dgm:spPr/>
    </dgm:pt>
    <dgm:pt modelId="{AEBBC67D-C638-4FEA-B3B6-D1936B2BC36A}" type="pres">
      <dgm:prSet presAssocID="{A964B8F1-9AB4-417A-AF15-E8D5E23CEF47}" presName="compNode" presStyleCnt="0"/>
      <dgm:spPr/>
    </dgm:pt>
    <dgm:pt modelId="{3C88E6FA-B05B-43EE-A02C-805AC804CA1F}" type="pres">
      <dgm:prSet presAssocID="{A964B8F1-9AB4-417A-AF15-E8D5E23CEF47}" presName="bgRect" presStyleLbl="bgShp" presStyleIdx="0" presStyleCnt="3"/>
      <dgm:spPr/>
    </dgm:pt>
    <dgm:pt modelId="{3794FBA2-38E7-40D6-B997-337680D94C36}" type="pres">
      <dgm:prSet presAssocID="{A964B8F1-9AB4-417A-AF15-E8D5E23CEF47}"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Terra contorno"/>
        </a:ext>
      </dgm:extLst>
    </dgm:pt>
    <dgm:pt modelId="{9FAE3814-BDD1-49E2-BB33-27FB006D7510}" type="pres">
      <dgm:prSet presAssocID="{A964B8F1-9AB4-417A-AF15-E8D5E23CEF47}" presName="spaceRect" presStyleCnt="0"/>
      <dgm:spPr/>
    </dgm:pt>
    <dgm:pt modelId="{8454924D-B685-4571-9F8E-62B4042F5751}" type="pres">
      <dgm:prSet presAssocID="{A964B8F1-9AB4-417A-AF15-E8D5E23CEF47}" presName="parTx" presStyleLbl="revTx" presStyleIdx="0" presStyleCnt="3">
        <dgm:presLayoutVars>
          <dgm:chMax val="0"/>
          <dgm:chPref val="0"/>
        </dgm:presLayoutVars>
      </dgm:prSet>
      <dgm:spPr/>
    </dgm:pt>
    <dgm:pt modelId="{3E69D42A-BC43-4520-B28B-405283E0BD0D}" type="pres">
      <dgm:prSet presAssocID="{2BA35371-9C81-43F2-8B78-CD8DF90A8E13}" presName="sibTrans" presStyleCnt="0"/>
      <dgm:spPr/>
    </dgm:pt>
    <dgm:pt modelId="{CC24320D-C1F1-46BF-9052-BA9893D06813}" type="pres">
      <dgm:prSet presAssocID="{6B3A6270-A364-441E-A7D7-79B3772AD6C0}" presName="compNode" presStyleCnt="0"/>
      <dgm:spPr/>
    </dgm:pt>
    <dgm:pt modelId="{4F54F528-37AC-4C36-8A06-DB35C011C020}" type="pres">
      <dgm:prSet presAssocID="{6B3A6270-A364-441E-A7D7-79B3772AD6C0}" presName="bgRect" presStyleLbl="bgShp" presStyleIdx="1" presStyleCnt="3"/>
      <dgm:spPr/>
    </dgm:pt>
    <dgm:pt modelId="{ECD7A512-2B25-462F-896D-B2780AEC4151}" type="pres">
      <dgm:prSet presAssocID="{6B3A6270-A364-441E-A7D7-79B3772AD6C0}"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atabase con riempimento a tinta unita"/>
        </a:ext>
      </dgm:extLst>
    </dgm:pt>
    <dgm:pt modelId="{160DC1C8-DC96-472E-BEAB-E63DB894A23D}" type="pres">
      <dgm:prSet presAssocID="{6B3A6270-A364-441E-A7D7-79B3772AD6C0}" presName="spaceRect" presStyleCnt="0"/>
      <dgm:spPr/>
    </dgm:pt>
    <dgm:pt modelId="{1E67C80F-A944-4F7D-952D-C3AA444B2834}" type="pres">
      <dgm:prSet presAssocID="{6B3A6270-A364-441E-A7D7-79B3772AD6C0}" presName="parTx" presStyleLbl="revTx" presStyleIdx="1" presStyleCnt="3">
        <dgm:presLayoutVars>
          <dgm:chMax val="0"/>
          <dgm:chPref val="0"/>
        </dgm:presLayoutVars>
      </dgm:prSet>
      <dgm:spPr/>
    </dgm:pt>
    <dgm:pt modelId="{EBF33F19-F71B-4CE7-95AE-5143BE6F30A1}" type="pres">
      <dgm:prSet presAssocID="{EEDCFD7D-54B2-4FD3-8C00-071A51DC57C5}" presName="sibTrans" presStyleCnt="0"/>
      <dgm:spPr/>
    </dgm:pt>
    <dgm:pt modelId="{0F5FC106-E8BB-4BD6-8956-BE3192380F5A}" type="pres">
      <dgm:prSet presAssocID="{F60FABD5-0FAF-4189-97BB-4D8C0ECA5081}" presName="compNode" presStyleCnt="0"/>
      <dgm:spPr/>
    </dgm:pt>
    <dgm:pt modelId="{171DBD75-FA67-49D9-948B-F3549125765C}" type="pres">
      <dgm:prSet presAssocID="{F60FABD5-0FAF-4189-97BB-4D8C0ECA5081}" presName="bgRect" presStyleLbl="bgShp" presStyleIdx="2" presStyleCnt="3"/>
      <dgm:spPr/>
    </dgm:pt>
    <dgm:pt modelId="{A47C7D2A-C2E8-49C1-A463-130DB9577D91}" type="pres">
      <dgm:prSet presAssocID="{F60FABD5-0FAF-4189-97BB-4D8C0ECA508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yncing Cloud"/>
        </a:ext>
      </dgm:extLst>
    </dgm:pt>
    <dgm:pt modelId="{595DCC17-1C59-4DE9-A816-E144206F7F64}" type="pres">
      <dgm:prSet presAssocID="{F60FABD5-0FAF-4189-97BB-4D8C0ECA5081}" presName="spaceRect" presStyleCnt="0"/>
      <dgm:spPr/>
    </dgm:pt>
    <dgm:pt modelId="{60728486-6407-4D0E-8F99-55C68C585E66}" type="pres">
      <dgm:prSet presAssocID="{F60FABD5-0FAF-4189-97BB-4D8C0ECA5081}" presName="parTx" presStyleLbl="revTx" presStyleIdx="2" presStyleCnt="3">
        <dgm:presLayoutVars>
          <dgm:chMax val="0"/>
          <dgm:chPref val="0"/>
        </dgm:presLayoutVars>
      </dgm:prSet>
      <dgm:spPr/>
    </dgm:pt>
  </dgm:ptLst>
  <dgm:cxnLst>
    <dgm:cxn modelId="{6FBECF3E-9F69-4C60-A311-33A35D272C4D}" type="presOf" srcId="{6B3A6270-A364-441E-A7D7-79B3772AD6C0}" destId="{1E67C80F-A944-4F7D-952D-C3AA444B2834}" srcOrd="0" destOrd="0" presId="urn:microsoft.com/office/officeart/2018/2/layout/IconVerticalSolidList"/>
    <dgm:cxn modelId="{1243524A-822B-472A-9A90-EFD0E23399B5}" type="presOf" srcId="{A964B8F1-9AB4-417A-AF15-E8D5E23CEF47}" destId="{8454924D-B685-4571-9F8E-62B4042F5751}" srcOrd="0" destOrd="0" presId="urn:microsoft.com/office/officeart/2018/2/layout/IconVerticalSolidList"/>
    <dgm:cxn modelId="{C8FA6891-9E47-4E45-AA75-655BDCFB0C5B}" type="presOf" srcId="{3F34775C-0029-4F73-A03B-168FEA85C52D}" destId="{C6858560-12E7-4A90-835A-2E27E62D6278}" srcOrd="0" destOrd="0" presId="urn:microsoft.com/office/officeart/2018/2/layout/IconVerticalSolidList"/>
    <dgm:cxn modelId="{21C2F1A9-F4FD-450E-8C34-FFE41A8CBFAB}" type="presOf" srcId="{F60FABD5-0FAF-4189-97BB-4D8C0ECA5081}" destId="{60728486-6407-4D0E-8F99-55C68C585E66}" srcOrd="0" destOrd="0" presId="urn:microsoft.com/office/officeart/2018/2/layout/IconVerticalSolidList"/>
    <dgm:cxn modelId="{1B2D95B9-87D4-4971-BC42-2B2B47736674}" srcId="{3F34775C-0029-4F73-A03B-168FEA85C52D}" destId="{F60FABD5-0FAF-4189-97BB-4D8C0ECA5081}" srcOrd="2" destOrd="0" parTransId="{B06FA0BA-84EF-4BCC-B8D9-FB6DAF0E61E0}" sibTransId="{F29FBA7F-7F61-41EC-B409-E478FEF5C21F}"/>
    <dgm:cxn modelId="{BC73F6D9-41F0-4E92-8E35-2DF7DEC52666}" srcId="{3F34775C-0029-4F73-A03B-168FEA85C52D}" destId="{A964B8F1-9AB4-417A-AF15-E8D5E23CEF47}" srcOrd="0" destOrd="0" parTransId="{FF9442B0-B68C-4F4B-B7EB-3CF7CD638A89}" sibTransId="{2BA35371-9C81-43F2-8B78-CD8DF90A8E13}"/>
    <dgm:cxn modelId="{BFC54BE0-6720-4530-8AC6-5ED0088E1F0B}" srcId="{3F34775C-0029-4F73-A03B-168FEA85C52D}" destId="{6B3A6270-A364-441E-A7D7-79B3772AD6C0}" srcOrd="1" destOrd="0" parTransId="{9960498A-772A-4074-87E7-49A016E73A67}" sibTransId="{EEDCFD7D-54B2-4FD3-8C00-071A51DC57C5}"/>
    <dgm:cxn modelId="{236988A4-1CE4-4549-8FC3-54B478873CB7}" type="presParOf" srcId="{C6858560-12E7-4A90-835A-2E27E62D6278}" destId="{AEBBC67D-C638-4FEA-B3B6-D1936B2BC36A}" srcOrd="0" destOrd="0" presId="urn:microsoft.com/office/officeart/2018/2/layout/IconVerticalSolidList"/>
    <dgm:cxn modelId="{D3C5E533-E92F-4607-8ECE-D0CB62893CAA}" type="presParOf" srcId="{AEBBC67D-C638-4FEA-B3B6-D1936B2BC36A}" destId="{3C88E6FA-B05B-43EE-A02C-805AC804CA1F}" srcOrd="0" destOrd="0" presId="urn:microsoft.com/office/officeart/2018/2/layout/IconVerticalSolidList"/>
    <dgm:cxn modelId="{0EBEBF11-2E90-48DB-9244-E472D4AC3F01}" type="presParOf" srcId="{AEBBC67D-C638-4FEA-B3B6-D1936B2BC36A}" destId="{3794FBA2-38E7-40D6-B997-337680D94C36}" srcOrd="1" destOrd="0" presId="urn:microsoft.com/office/officeart/2018/2/layout/IconVerticalSolidList"/>
    <dgm:cxn modelId="{84FB0E62-1504-4DC5-9F22-4C6328F7F321}" type="presParOf" srcId="{AEBBC67D-C638-4FEA-B3B6-D1936B2BC36A}" destId="{9FAE3814-BDD1-49E2-BB33-27FB006D7510}" srcOrd="2" destOrd="0" presId="urn:microsoft.com/office/officeart/2018/2/layout/IconVerticalSolidList"/>
    <dgm:cxn modelId="{CA776121-B0CA-4953-A871-0F8601D16D8E}" type="presParOf" srcId="{AEBBC67D-C638-4FEA-B3B6-D1936B2BC36A}" destId="{8454924D-B685-4571-9F8E-62B4042F5751}" srcOrd="3" destOrd="0" presId="urn:microsoft.com/office/officeart/2018/2/layout/IconVerticalSolidList"/>
    <dgm:cxn modelId="{F879CBDC-BF82-4559-A2F5-672B0ED60F26}" type="presParOf" srcId="{C6858560-12E7-4A90-835A-2E27E62D6278}" destId="{3E69D42A-BC43-4520-B28B-405283E0BD0D}" srcOrd="1" destOrd="0" presId="urn:microsoft.com/office/officeart/2018/2/layout/IconVerticalSolidList"/>
    <dgm:cxn modelId="{0281AB27-8433-4646-9E38-8AC26643173D}" type="presParOf" srcId="{C6858560-12E7-4A90-835A-2E27E62D6278}" destId="{CC24320D-C1F1-46BF-9052-BA9893D06813}" srcOrd="2" destOrd="0" presId="urn:microsoft.com/office/officeart/2018/2/layout/IconVerticalSolidList"/>
    <dgm:cxn modelId="{5F97A087-6213-452A-8379-98085FC37B91}" type="presParOf" srcId="{CC24320D-C1F1-46BF-9052-BA9893D06813}" destId="{4F54F528-37AC-4C36-8A06-DB35C011C020}" srcOrd="0" destOrd="0" presId="urn:microsoft.com/office/officeart/2018/2/layout/IconVerticalSolidList"/>
    <dgm:cxn modelId="{BE37047F-0A40-4ED8-8948-872E5DD94F83}" type="presParOf" srcId="{CC24320D-C1F1-46BF-9052-BA9893D06813}" destId="{ECD7A512-2B25-462F-896D-B2780AEC4151}" srcOrd="1" destOrd="0" presId="urn:microsoft.com/office/officeart/2018/2/layout/IconVerticalSolidList"/>
    <dgm:cxn modelId="{9E4D3420-A047-4341-963B-B9DE07D9F02A}" type="presParOf" srcId="{CC24320D-C1F1-46BF-9052-BA9893D06813}" destId="{160DC1C8-DC96-472E-BEAB-E63DB894A23D}" srcOrd="2" destOrd="0" presId="urn:microsoft.com/office/officeart/2018/2/layout/IconVerticalSolidList"/>
    <dgm:cxn modelId="{8E1964AC-F2C7-4E6D-9450-8EBCD622CA2E}" type="presParOf" srcId="{CC24320D-C1F1-46BF-9052-BA9893D06813}" destId="{1E67C80F-A944-4F7D-952D-C3AA444B2834}" srcOrd="3" destOrd="0" presId="urn:microsoft.com/office/officeart/2018/2/layout/IconVerticalSolidList"/>
    <dgm:cxn modelId="{4E832BAE-DF60-4A0B-805D-F9FBAE756BA6}" type="presParOf" srcId="{C6858560-12E7-4A90-835A-2E27E62D6278}" destId="{EBF33F19-F71B-4CE7-95AE-5143BE6F30A1}" srcOrd="3" destOrd="0" presId="urn:microsoft.com/office/officeart/2018/2/layout/IconVerticalSolidList"/>
    <dgm:cxn modelId="{13BC25A7-5144-4CFD-B02E-E91923F309F6}" type="presParOf" srcId="{C6858560-12E7-4A90-835A-2E27E62D6278}" destId="{0F5FC106-E8BB-4BD6-8956-BE3192380F5A}" srcOrd="4" destOrd="0" presId="urn:microsoft.com/office/officeart/2018/2/layout/IconVerticalSolidList"/>
    <dgm:cxn modelId="{8E6DC498-CC31-4B1A-A0DA-87C061EE887E}" type="presParOf" srcId="{0F5FC106-E8BB-4BD6-8956-BE3192380F5A}" destId="{171DBD75-FA67-49D9-948B-F3549125765C}" srcOrd="0" destOrd="0" presId="urn:microsoft.com/office/officeart/2018/2/layout/IconVerticalSolidList"/>
    <dgm:cxn modelId="{88D74CA0-B951-4E2E-9F06-0901177BE9B6}" type="presParOf" srcId="{0F5FC106-E8BB-4BD6-8956-BE3192380F5A}" destId="{A47C7D2A-C2E8-49C1-A463-130DB9577D91}" srcOrd="1" destOrd="0" presId="urn:microsoft.com/office/officeart/2018/2/layout/IconVerticalSolidList"/>
    <dgm:cxn modelId="{FCDA0D18-3E67-4E3F-832E-348FFE66D6E4}" type="presParOf" srcId="{0F5FC106-E8BB-4BD6-8956-BE3192380F5A}" destId="{595DCC17-1C59-4DE9-A816-E144206F7F64}" srcOrd="2" destOrd="0" presId="urn:microsoft.com/office/officeart/2018/2/layout/IconVerticalSolidList"/>
    <dgm:cxn modelId="{006B1865-0CC9-45D6-B514-F5D8D180D021}" type="presParOf" srcId="{0F5FC106-E8BB-4BD6-8956-BE3192380F5A}" destId="{60728486-6407-4D0E-8F99-55C68C585E6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71E1CF-B9A4-4B2A-A742-564622FD10FF}" type="doc">
      <dgm:prSet loTypeId="urn:microsoft.com/office/officeart/2018/2/layout/IconLabelDescriptionList" loCatId="icon" qsTypeId="urn:microsoft.com/office/officeart/2005/8/quickstyle/simple4" qsCatId="simple" csTypeId="urn:microsoft.com/office/officeart/2005/8/colors/accent0_3" csCatId="mainScheme" phldr="1"/>
      <dgm:spPr/>
      <dgm:t>
        <a:bodyPr/>
        <a:lstStyle/>
        <a:p>
          <a:endParaRPr lang="en-US"/>
        </a:p>
      </dgm:t>
    </dgm:pt>
    <dgm:pt modelId="{62F17479-00D0-48CB-BC21-5056C5D28DEC}">
      <dgm:prSet/>
      <dgm:spPr/>
      <dgm:t>
        <a:bodyPr/>
        <a:lstStyle/>
        <a:p>
          <a:pPr>
            <a:lnSpc>
              <a:spcPct val="100000"/>
            </a:lnSpc>
            <a:defRPr b="1"/>
          </a:pPr>
          <a:r>
            <a:rPr lang="it-IT" b="1"/>
            <a:t>Infrastruttura Cloud:</a:t>
          </a:r>
          <a:endParaRPr lang="en-US"/>
        </a:p>
      </dgm:t>
    </dgm:pt>
    <dgm:pt modelId="{2872C215-CDB6-4CEE-9B6F-C82B6F1CEFF0}" type="parTrans" cxnId="{EEB42AD0-E1B9-48C8-B5D7-13D2FE23351B}">
      <dgm:prSet/>
      <dgm:spPr/>
      <dgm:t>
        <a:bodyPr/>
        <a:lstStyle/>
        <a:p>
          <a:endParaRPr lang="en-US"/>
        </a:p>
      </dgm:t>
    </dgm:pt>
    <dgm:pt modelId="{D6A4112A-7FEF-4791-9787-B70A343C62D9}" type="sibTrans" cxnId="{EEB42AD0-E1B9-48C8-B5D7-13D2FE23351B}">
      <dgm:prSet/>
      <dgm:spPr/>
      <dgm:t>
        <a:bodyPr/>
        <a:lstStyle/>
        <a:p>
          <a:endParaRPr lang="en-US"/>
        </a:p>
      </dgm:t>
    </dgm:pt>
    <dgm:pt modelId="{667C3887-12A0-4123-8132-1AE38B69BAC5}">
      <dgm:prSet/>
      <dgm:spPr/>
      <dgm:t>
        <a:bodyPr/>
        <a:lstStyle/>
        <a:p>
          <a:pPr>
            <a:lnSpc>
              <a:spcPct val="100000"/>
            </a:lnSpc>
          </a:pPr>
          <a:r>
            <a:rPr lang="it-IT" b="1"/>
            <a:t>Ambiente:</a:t>
          </a:r>
          <a:r>
            <a:rPr lang="it-IT"/>
            <a:t> Microsoft Azure</a:t>
          </a:r>
          <a:endParaRPr lang="en-US"/>
        </a:p>
      </dgm:t>
    </dgm:pt>
    <dgm:pt modelId="{8CED6DC4-E6FE-44A6-87D8-B7F421C8A721}" type="parTrans" cxnId="{0DE27665-4AFA-46D6-ACD4-D2471782F53A}">
      <dgm:prSet/>
      <dgm:spPr/>
      <dgm:t>
        <a:bodyPr/>
        <a:lstStyle/>
        <a:p>
          <a:endParaRPr lang="en-US"/>
        </a:p>
      </dgm:t>
    </dgm:pt>
    <dgm:pt modelId="{D6F53DC9-E790-45FB-A6BE-E9B566B09F91}" type="sibTrans" cxnId="{0DE27665-4AFA-46D6-ACD4-D2471782F53A}">
      <dgm:prSet/>
      <dgm:spPr/>
      <dgm:t>
        <a:bodyPr/>
        <a:lstStyle/>
        <a:p>
          <a:endParaRPr lang="en-US"/>
        </a:p>
      </dgm:t>
    </dgm:pt>
    <dgm:pt modelId="{42A2F9DE-75CF-4706-AE8A-52A8693D2328}">
      <dgm:prSet/>
      <dgm:spPr/>
      <dgm:t>
        <a:bodyPr/>
        <a:lstStyle/>
        <a:p>
          <a:pPr>
            <a:lnSpc>
              <a:spcPct val="100000"/>
            </a:lnSpc>
          </a:pPr>
          <a:r>
            <a:rPr lang="it-IT" b="1"/>
            <a:t>Nodi:</a:t>
          </a:r>
          <a:r>
            <a:rPr lang="it-IT"/>
            <a:t> 5 VM totali</a:t>
          </a:r>
          <a:endParaRPr lang="en-US"/>
        </a:p>
      </dgm:t>
    </dgm:pt>
    <dgm:pt modelId="{7C82598D-BD95-447C-91DA-D7EBF0A5D69C}" type="parTrans" cxnId="{E56122A7-1A70-4BCC-9E09-92507D933E66}">
      <dgm:prSet/>
      <dgm:spPr/>
      <dgm:t>
        <a:bodyPr/>
        <a:lstStyle/>
        <a:p>
          <a:endParaRPr lang="en-US"/>
        </a:p>
      </dgm:t>
    </dgm:pt>
    <dgm:pt modelId="{B27523F6-9B97-4ACB-8D66-E240F7255BD9}" type="sibTrans" cxnId="{E56122A7-1A70-4BCC-9E09-92507D933E66}">
      <dgm:prSet/>
      <dgm:spPr/>
      <dgm:t>
        <a:bodyPr/>
        <a:lstStyle/>
        <a:p>
          <a:endParaRPr lang="en-US"/>
        </a:p>
      </dgm:t>
    </dgm:pt>
    <dgm:pt modelId="{5E670622-60F7-4579-A27C-A8A424194380}">
      <dgm:prSet/>
      <dgm:spPr/>
      <dgm:t>
        <a:bodyPr/>
        <a:lstStyle/>
        <a:p>
          <a:r>
            <a:rPr lang="it-IT" b="1"/>
            <a:t>1 Master:</a:t>
          </a:r>
          <a:r>
            <a:rPr lang="it-IT"/>
            <a:t> Coordinamento e gestione del cluster</a:t>
          </a:r>
          <a:endParaRPr lang="en-US"/>
        </a:p>
      </dgm:t>
    </dgm:pt>
    <dgm:pt modelId="{90A80B60-4976-420B-964D-3ABB9E6440FB}" type="parTrans" cxnId="{AFE89806-14E2-4103-B6FE-CB506D064D54}">
      <dgm:prSet/>
      <dgm:spPr/>
      <dgm:t>
        <a:bodyPr/>
        <a:lstStyle/>
        <a:p>
          <a:endParaRPr lang="en-US"/>
        </a:p>
      </dgm:t>
    </dgm:pt>
    <dgm:pt modelId="{64D78A6B-5FB2-415F-8A0E-7772CAD18965}" type="sibTrans" cxnId="{AFE89806-14E2-4103-B6FE-CB506D064D54}">
      <dgm:prSet/>
      <dgm:spPr/>
      <dgm:t>
        <a:bodyPr/>
        <a:lstStyle/>
        <a:p>
          <a:endParaRPr lang="en-US"/>
        </a:p>
      </dgm:t>
    </dgm:pt>
    <dgm:pt modelId="{C4D243C5-3854-4EDD-B4D4-FD59B10CF359}">
      <dgm:prSet/>
      <dgm:spPr/>
      <dgm:t>
        <a:bodyPr/>
        <a:lstStyle/>
        <a:p>
          <a:r>
            <a:rPr lang="it-IT" b="1"/>
            <a:t>4 Workers:</a:t>
          </a:r>
          <a:r>
            <a:rPr lang="it-IT"/>
            <a:t> Nodi computazionali dedicati ai task paralleli</a:t>
          </a:r>
          <a:endParaRPr lang="en-US"/>
        </a:p>
      </dgm:t>
    </dgm:pt>
    <dgm:pt modelId="{C48A5CE5-3A3C-459C-BBF1-3384B74C4194}" type="parTrans" cxnId="{C914FA3A-8395-460C-8F5B-7ABDE225D18D}">
      <dgm:prSet/>
      <dgm:spPr/>
      <dgm:t>
        <a:bodyPr/>
        <a:lstStyle/>
        <a:p>
          <a:endParaRPr lang="en-US"/>
        </a:p>
      </dgm:t>
    </dgm:pt>
    <dgm:pt modelId="{944B34D3-950F-4F0E-B3AC-6C76BBA9667B}" type="sibTrans" cxnId="{C914FA3A-8395-460C-8F5B-7ABDE225D18D}">
      <dgm:prSet/>
      <dgm:spPr/>
      <dgm:t>
        <a:bodyPr/>
        <a:lstStyle/>
        <a:p>
          <a:endParaRPr lang="en-US"/>
        </a:p>
      </dgm:t>
    </dgm:pt>
    <dgm:pt modelId="{94DB3AE3-26E2-48CE-8209-492222E2B5F5}">
      <dgm:prSet/>
      <dgm:spPr/>
      <dgm:t>
        <a:bodyPr/>
        <a:lstStyle/>
        <a:p>
          <a:pPr>
            <a:lnSpc>
              <a:spcPct val="100000"/>
            </a:lnSpc>
          </a:pPr>
          <a:r>
            <a:rPr lang="it-IT" b="1"/>
            <a:t>Rete:</a:t>
          </a:r>
          <a:r>
            <a:rPr lang="it-IT"/>
            <a:t> Virtual Network privata per garantire bassa latenza tra i nodi</a:t>
          </a:r>
          <a:endParaRPr lang="en-US"/>
        </a:p>
      </dgm:t>
    </dgm:pt>
    <dgm:pt modelId="{E09DAF18-2D9D-4DE9-B1F2-2E1BF9AD5E1D}" type="parTrans" cxnId="{75594B80-0BB4-4D4A-93D9-E5E54782FE56}">
      <dgm:prSet/>
      <dgm:spPr/>
      <dgm:t>
        <a:bodyPr/>
        <a:lstStyle/>
        <a:p>
          <a:endParaRPr lang="en-US"/>
        </a:p>
      </dgm:t>
    </dgm:pt>
    <dgm:pt modelId="{C9AAC58C-DC02-420E-8BC7-E6234C1B5F6A}" type="sibTrans" cxnId="{75594B80-0BB4-4D4A-93D9-E5E54782FE56}">
      <dgm:prSet/>
      <dgm:spPr/>
      <dgm:t>
        <a:bodyPr/>
        <a:lstStyle/>
        <a:p>
          <a:endParaRPr lang="en-US"/>
        </a:p>
      </dgm:t>
    </dgm:pt>
    <dgm:pt modelId="{E4A0751E-1829-4A98-B712-DE32EB544651}">
      <dgm:prSet/>
      <dgm:spPr/>
      <dgm:t>
        <a:bodyPr/>
        <a:lstStyle/>
        <a:p>
          <a:pPr>
            <a:lnSpc>
              <a:spcPct val="100000"/>
            </a:lnSpc>
            <a:defRPr b="1"/>
          </a:pPr>
          <a:r>
            <a:rPr lang="it-IT" b="1"/>
            <a:t>Stack software:</a:t>
          </a:r>
          <a:endParaRPr lang="en-US"/>
        </a:p>
      </dgm:t>
    </dgm:pt>
    <dgm:pt modelId="{74ADA6D8-F38C-4015-BB0E-D8E1A28A4C2F}" type="parTrans" cxnId="{BADFD1D0-44FB-436B-836F-E9B7D908B729}">
      <dgm:prSet/>
      <dgm:spPr/>
      <dgm:t>
        <a:bodyPr/>
        <a:lstStyle/>
        <a:p>
          <a:endParaRPr lang="en-US"/>
        </a:p>
      </dgm:t>
    </dgm:pt>
    <dgm:pt modelId="{1EC62A81-5344-4736-AF27-A71F94EDABC7}" type="sibTrans" cxnId="{BADFD1D0-44FB-436B-836F-E9B7D908B729}">
      <dgm:prSet/>
      <dgm:spPr/>
      <dgm:t>
        <a:bodyPr/>
        <a:lstStyle/>
        <a:p>
          <a:endParaRPr lang="en-US"/>
        </a:p>
      </dgm:t>
    </dgm:pt>
    <dgm:pt modelId="{D3DD97E5-7AF8-4A26-82A0-087860D7DF25}">
      <dgm:prSet/>
      <dgm:spPr/>
      <dgm:t>
        <a:bodyPr/>
        <a:lstStyle/>
        <a:p>
          <a:pPr>
            <a:lnSpc>
              <a:spcPct val="100000"/>
            </a:lnSpc>
          </a:pPr>
          <a:r>
            <a:rPr lang="it-IT" b="1"/>
            <a:t>Motore di calcolo: </a:t>
          </a:r>
          <a:r>
            <a:rPr lang="it-IT"/>
            <a:t>Apache Spark 3.5.0</a:t>
          </a:r>
          <a:endParaRPr lang="en-US"/>
        </a:p>
      </dgm:t>
    </dgm:pt>
    <dgm:pt modelId="{4D8C53DA-14D5-4557-AA00-967692C5DDC8}" type="parTrans" cxnId="{D37D8FBD-4B3F-4B33-954F-48A0BAC90842}">
      <dgm:prSet/>
      <dgm:spPr/>
      <dgm:t>
        <a:bodyPr/>
        <a:lstStyle/>
        <a:p>
          <a:endParaRPr lang="en-US"/>
        </a:p>
      </dgm:t>
    </dgm:pt>
    <dgm:pt modelId="{364DA93D-1F53-4CF6-A14E-6851DAFCE638}" type="sibTrans" cxnId="{D37D8FBD-4B3F-4B33-954F-48A0BAC90842}">
      <dgm:prSet/>
      <dgm:spPr/>
      <dgm:t>
        <a:bodyPr/>
        <a:lstStyle/>
        <a:p>
          <a:endParaRPr lang="en-US"/>
        </a:p>
      </dgm:t>
    </dgm:pt>
    <dgm:pt modelId="{73A8C724-CB46-4CFC-B1AC-04572CEA2D37}">
      <dgm:prSet/>
      <dgm:spPr/>
      <dgm:t>
        <a:bodyPr/>
        <a:lstStyle/>
        <a:p>
          <a:pPr>
            <a:lnSpc>
              <a:spcPct val="100000"/>
            </a:lnSpc>
          </a:pPr>
          <a:r>
            <a:rPr lang="en-US" b="1"/>
            <a:t>Storage:</a:t>
          </a:r>
          <a:r>
            <a:rPr lang="en-US"/>
            <a:t> Apache Hadoop 3.3.6</a:t>
          </a:r>
        </a:p>
      </dgm:t>
    </dgm:pt>
    <dgm:pt modelId="{1623132A-2734-4B53-96A6-3F73A54319E0}" type="parTrans" cxnId="{F2D43371-0638-460C-AF56-91881DA15709}">
      <dgm:prSet/>
      <dgm:spPr/>
      <dgm:t>
        <a:bodyPr/>
        <a:lstStyle/>
        <a:p>
          <a:endParaRPr lang="en-US"/>
        </a:p>
      </dgm:t>
    </dgm:pt>
    <dgm:pt modelId="{09163F9D-8996-43C4-A660-CC462EB0A406}" type="sibTrans" cxnId="{F2D43371-0638-460C-AF56-91881DA15709}">
      <dgm:prSet/>
      <dgm:spPr/>
      <dgm:t>
        <a:bodyPr/>
        <a:lstStyle/>
        <a:p>
          <a:endParaRPr lang="en-US"/>
        </a:p>
      </dgm:t>
    </dgm:pt>
    <dgm:pt modelId="{A1C3188A-9A84-4A2F-8287-8D05519F4717}">
      <dgm:prSet/>
      <dgm:spPr/>
      <dgm:t>
        <a:bodyPr/>
        <a:lstStyle/>
        <a:p>
          <a:pPr>
            <a:lnSpc>
              <a:spcPct val="100000"/>
            </a:lnSpc>
          </a:pPr>
          <a:r>
            <a:rPr lang="it-IT" b="1"/>
            <a:t>Linguaggio:</a:t>
          </a:r>
          <a:r>
            <a:rPr lang="it-IT"/>
            <a:t> Python per la definizione della pipeline NLP.</a:t>
          </a:r>
          <a:endParaRPr lang="en-US"/>
        </a:p>
      </dgm:t>
    </dgm:pt>
    <dgm:pt modelId="{C1AA59A2-21F8-4B60-9EF9-69BB4015F357}" type="parTrans" cxnId="{27FC3863-2F52-4A3F-A7C4-C5B9A3E34EA7}">
      <dgm:prSet/>
      <dgm:spPr/>
      <dgm:t>
        <a:bodyPr/>
        <a:lstStyle/>
        <a:p>
          <a:endParaRPr lang="en-US"/>
        </a:p>
      </dgm:t>
    </dgm:pt>
    <dgm:pt modelId="{A67B5282-F327-4795-9E2E-E9B0E9DFE68F}" type="sibTrans" cxnId="{27FC3863-2F52-4A3F-A7C4-C5B9A3E34EA7}">
      <dgm:prSet/>
      <dgm:spPr/>
      <dgm:t>
        <a:bodyPr/>
        <a:lstStyle/>
        <a:p>
          <a:endParaRPr lang="en-US"/>
        </a:p>
      </dgm:t>
    </dgm:pt>
    <dgm:pt modelId="{BD22C9CE-5B07-4CC3-B73C-5E8CCF12CC5D}">
      <dgm:prSet/>
      <dgm:spPr/>
      <dgm:t>
        <a:bodyPr/>
        <a:lstStyle/>
        <a:p>
          <a:pPr>
            <a:lnSpc>
              <a:spcPct val="100000"/>
            </a:lnSpc>
            <a:defRPr b="1"/>
          </a:pPr>
          <a:r>
            <a:rPr lang="it-IT"/>
            <a:t>Strategia di Storage:</a:t>
          </a:r>
          <a:endParaRPr lang="en-US"/>
        </a:p>
      </dgm:t>
    </dgm:pt>
    <dgm:pt modelId="{30B14757-128C-4136-B45A-E87BA7E0B408}" type="parTrans" cxnId="{8E97921D-BDFC-47C7-B60D-6A34A7FFBEEC}">
      <dgm:prSet/>
      <dgm:spPr/>
      <dgm:t>
        <a:bodyPr/>
        <a:lstStyle/>
        <a:p>
          <a:endParaRPr lang="en-US"/>
        </a:p>
      </dgm:t>
    </dgm:pt>
    <dgm:pt modelId="{81251AE1-8FD5-48B3-99C0-FE492851E223}" type="sibTrans" cxnId="{8E97921D-BDFC-47C7-B60D-6A34A7FFBEEC}">
      <dgm:prSet/>
      <dgm:spPr/>
      <dgm:t>
        <a:bodyPr/>
        <a:lstStyle/>
        <a:p>
          <a:endParaRPr lang="en-US"/>
        </a:p>
      </dgm:t>
    </dgm:pt>
    <dgm:pt modelId="{53264A87-B870-4F3A-8A02-33C1263C9984}">
      <dgm:prSet/>
      <dgm:spPr/>
      <dgm:t>
        <a:bodyPr/>
        <a:lstStyle/>
        <a:p>
          <a:pPr>
            <a:lnSpc>
              <a:spcPct val="100000"/>
            </a:lnSpc>
          </a:pPr>
          <a:r>
            <a:rPr lang="it-IT" b="1"/>
            <a:t>HDFS Replication Factor:</a:t>
          </a:r>
          <a:r>
            <a:rPr lang="it-IT"/>
            <a:t> 3</a:t>
          </a:r>
          <a:endParaRPr lang="en-US"/>
        </a:p>
      </dgm:t>
    </dgm:pt>
    <dgm:pt modelId="{B3C51634-37EF-437B-BF6E-F876990F2A5F}" type="parTrans" cxnId="{B2BE3FD6-2464-4315-9386-0A0C76D0470B}">
      <dgm:prSet/>
      <dgm:spPr/>
      <dgm:t>
        <a:bodyPr/>
        <a:lstStyle/>
        <a:p>
          <a:endParaRPr lang="en-US"/>
        </a:p>
      </dgm:t>
    </dgm:pt>
    <dgm:pt modelId="{01C3103A-822D-4363-8563-E557E36F4374}" type="sibTrans" cxnId="{B2BE3FD6-2464-4315-9386-0A0C76D0470B}">
      <dgm:prSet/>
      <dgm:spPr/>
      <dgm:t>
        <a:bodyPr/>
        <a:lstStyle/>
        <a:p>
          <a:endParaRPr lang="en-US"/>
        </a:p>
      </dgm:t>
    </dgm:pt>
    <dgm:pt modelId="{F0AD08A3-5C67-442F-B5AB-E75A5201ACC6}">
      <dgm:prSet/>
      <dgm:spPr/>
      <dgm:t>
        <a:bodyPr/>
        <a:lstStyle/>
        <a:p>
          <a:pPr>
            <a:lnSpc>
              <a:spcPct val="100000"/>
            </a:lnSpc>
          </a:pPr>
          <a:r>
            <a:rPr lang="it-IT" b="1" dirty="0"/>
            <a:t>Data </a:t>
          </a:r>
          <a:r>
            <a:rPr lang="it-IT" b="1" dirty="0" err="1"/>
            <a:t>Locality</a:t>
          </a:r>
          <a:r>
            <a:rPr lang="it-IT" b="1" dirty="0"/>
            <a:t>:</a:t>
          </a:r>
          <a:r>
            <a:rPr lang="it-IT" dirty="0"/>
            <a:t> Spark assegna i task ai worker che ospitano fisicamente i blocchi di dati, riducendo il traffico di rete</a:t>
          </a:r>
          <a:endParaRPr lang="en-US" dirty="0"/>
        </a:p>
      </dgm:t>
    </dgm:pt>
    <dgm:pt modelId="{97654C14-81CB-41D3-AE81-1A944B0A2327}" type="parTrans" cxnId="{597705CA-B0C1-404F-8B69-B5F5A6347532}">
      <dgm:prSet/>
      <dgm:spPr/>
      <dgm:t>
        <a:bodyPr/>
        <a:lstStyle/>
        <a:p>
          <a:endParaRPr lang="en-US"/>
        </a:p>
      </dgm:t>
    </dgm:pt>
    <dgm:pt modelId="{0C32E743-69A5-4978-B1B1-B03F40C7EE69}" type="sibTrans" cxnId="{597705CA-B0C1-404F-8B69-B5F5A6347532}">
      <dgm:prSet/>
      <dgm:spPr/>
      <dgm:t>
        <a:bodyPr/>
        <a:lstStyle/>
        <a:p>
          <a:endParaRPr lang="en-US"/>
        </a:p>
      </dgm:t>
    </dgm:pt>
    <dgm:pt modelId="{1A246C38-A164-4D73-9E45-08D8ED4F0D42}">
      <dgm:prSet/>
      <dgm:spPr/>
      <dgm:t>
        <a:bodyPr/>
        <a:lstStyle/>
        <a:p>
          <a:pPr>
            <a:lnSpc>
              <a:spcPct val="100000"/>
            </a:lnSpc>
          </a:pPr>
          <a:r>
            <a:rPr lang="it-IT" b="1"/>
            <a:t>Formato Dati:</a:t>
          </a:r>
          <a:r>
            <a:rPr lang="it-IT"/>
            <a:t> Apache Parquet</a:t>
          </a:r>
          <a:endParaRPr lang="en-US"/>
        </a:p>
      </dgm:t>
    </dgm:pt>
    <dgm:pt modelId="{BA61E252-7830-4536-ACEA-307FEEBFAA0A}" type="parTrans" cxnId="{E6AFF797-5C2D-46A0-9385-AB5A9C79C52E}">
      <dgm:prSet/>
      <dgm:spPr/>
      <dgm:t>
        <a:bodyPr/>
        <a:lstStyle/>
        <a:p>
          <a:endParaRPr lang="en-US"/>
        </a:p>
      </dgm:t>
    </dgm:pt>
    <dgm:pt modelId="{5FB27C23-26D8-4D29-B53B-6E35D354B72E}" type="sibTrans" cxnId="{E6AFF797-5C2D-46A0-9385-AB5A9C79C52E}">
      <dgm:prSet/>
      <dgm:spPr/>
      <dgm:t>
        <a:bodyPr/>
        <a:lstStyle/>
        <a:p>
          <a:endParaRPr lang="en-US"/>
        </a:p>
      </dgm:t>
    </dgm:pt>
    <dgm:pt modelId="{618A9D9A-5024-461B-AA09-4E92343E1773}" type="pres">
      <dgm:prSet presAssocID="{F371E1CF-B9A4-4B2A-A742-564622FD10FF}" presName="root" presStyleCnt="0">
        <dgm:presLayoutVars>
          <dgm:dir/>
          <dgm:resizeHandles val="exact"/>
        </dgm:presLayoutVars>
      </dgm:prSet>
      <dgm:spPr/>
    </dgm:pt>
    <dgm:pt modelId="{9E51F48C-8466-41AE-AA80-419EF557416D}" type="pres">
      <dgm:prSet presAssocID="{62F17479-00D0-48CB-BC21-5056C5D28DEC}" presName="compNode" presStyleCnt="0"/>
      <dgm:spPr/>
    </dgm:pt>
    <dgm:pt modelId="{58232289-B8A7-482D-BF32-8120D864CAC5}" type="pres">
      <dgm:prSet presAssocID="{62F17479-00D0-48CB-BC21-5056C5D28DEC}"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t="-16000" b="-16000"/>
          </a:stretch>
        </a:blipFill>
      </dgm:spPr>
      <dgm:extLst>
        <a:ext uri="{E40237B7-FDA0-4F09-8148-C483321AD2D9}">
          <dgm14:cNvPr xmlns:dgm14="http://schemas.microsoft.com/office/drawing/2010/diagram" id="0" name="" descr="Nuvola con riempimento a tinta unita"/>
        </a:ext>
      </dgm:extLst>
    </dgm:pt>
    <dgm:pt modelId="{1A7B9BA2-5B84-43C3-BB69-4107DF7D1A22}" type="pres">
      <dgm:prSet presAssocID="{62F17479-00D0-48CB-BC21-5056C5D28DEC}" presName="iconSpace" presStyleCnt="0"/>
      <dgm:spPr/>
    </dgm:pt>
    <dgm:pt modelId="{7C7CE761-D7E6-4DCC-BE48-7689E3BB196C}" type="pres">
      <dgm:prSet presAssocID="{62F17479-00D0-48CB-BC21-5056C5D28DEC}" presName="parTx" presStyleLbl="revTx" presStyleIdx="0" presStyleCnt="6">
        <dgm:presLayoutVars>
          <dgm:chMax val="0"/>
          <dgm:chPref val="0"/>
        </dgm:presLayoutVars>
      </dgm:prSet>
      <dgm:spPr/>
    </dgm:pt>
    <dgm:pt modelId="{3F541E6A-6765-44E2-9BD5-A2179EE3A0D5}" type="pres">
      <dgm:prSet presAssocID="{62F17479-00D0-48CB-BC21-5056C5D28DEC}" presName="txSpace" presStyleCnt="0"/>
      <dgm:spPr/>
    </dgm:pt>
    <dgm:pt modelId="{F5BF32B8-1A6E-452A-80BE-425949495B07}" type="pres">
      <dgm:prSet presAssocID="{62F17479-00D0-48CB-BC21-5056C5D28DEC}" presName="desTx" presStyleLbl="revTx" presStyleIdx="1" presStyleCnt="6">
        <dgm:presLayoutVars/>
      </dgm:prSet>
      <dgm:spPr/>
    </dgm:pt>
    <dgm:pt modelId="{4C090098-1C15-4C13-921F-5184171C386E}" type="pres">
      <dgm:prSet presAssocID="{D6A4112A-7FEF-4791-9787-B70A343C62D9}" presName="sibTrans" presStyleCnt="0"/>
      <dgm:spPr/>
    </dgm:pt>
    <dgm:pt modelId="{4CE90A98-BB54-47EC-BCCE-858F0A5A0FC8}" type="pres">
      <dgm:prSet presAssocID="{E4A0751E-1829-4A98-B712-DE32EB544651}" presName="compNode" presStyleCnt="0"/>
      <dgm:spPr/>
    </dgm:pt>
    <dgm:pt modelId="{91726F0A-1CDA-4EE8-9BAB-84A6A6C6CB9E}" type="pres">
      <dgm:prSet presAssocID="{E4A0751E-1829-4A98-B712-DE32EB544651}"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t="-16000" b="-16000"/>
          </a:stretch>
        </a:blipFill>
      </dgm:spPr>
      <dgm:extLst>
        <a:ext uri="{E40237B7-FDA0-4F09-8148-C483321AD2D9}">
          <dgm14:cNvPr xmlns:dgm14="http://schemas.microsoft.com/office/drawing/2010/diagram" id="0" name="" descr="Internet delle cose contorno"/>
        </a:ext>
      </dgm:extLst>
    </dgm:pt>
    <dgm:pt modelId="{4C6A8222-7CB2-4CCD-8374-233D3C91287E}" type="pres">
      <dgm:prSet presAssocID="{E4A0751E-1829-4A98-B712-DE32EB544651}" presName="iconSpace" presStyleCnt="0"/>
      <dgm:spPr/>
    </dgm:pt>
    <dgm:pt modelId="{18D98B67-38E2-4295-A566-45454FAA478E}" type="pres">
      <dgm:prSet presAssocID="{E4A0751E-1829-4A98-B712-DE32EB544651}" presName="parTx" presStyleLbl="revTx" presStyleIdx="2" presStyleCnt="6">
        <dgm:presLayoutVars>
          <dgm:chMax val="0"/>
          <dgm:chPref val="0"/>
        </dgm:presLayoutVars>
      </dgm:prSet>
      <dgm:spPr/>
    </dgm:pt>
    <dgm:pt modelId="{85175D10-F7A2-4223-8FDC-7BEDE1622935}" type="pres">
      <dgm:prSet presAssocID="{E4A0751E-1829-4A98-B712-DE32EB544651}" presName="txSpace" presStyleCnt="0"/>
      <dgm:spPr/>
    </dgm:pt>
    <dgm:pt modelId="{F7CEB058-69CC-47C9-92E4-50644FD353C9}" type="pres">
      <dgm:prSet presAssocID="{E4A0751E-1829-4A98-B712-DE32EB544651}" presName="desTx" presStyleLbl="revTx" presStyleIdx="3" presStyleCnt="6">
        <dgm:presLayoutVars/>
      </dgm:prSet>
      <dgm:spPr/>
    </dgm:pt>
    <dgm:pt modelId="{F75774D7-17E7-4500-8069-11E2636E526D}" type="pres">
      <dgm:prSet presAssocID="{1EC62A81-5344-4736-AF27-A71F94EDABC7}" presName="sibTrans" presStyleCnt="0"/>
      <dgm:spPr/>
    </dgm:pt>
    <dgm:pt modelId="{770FD12D-6DC4-4155-A3F3-481195DEFC74}" type="pres">
      <dgm:prSet presAssocID="{BD22C9CE-5B07-4CC3-B73C-5E8CCF12CC5D}" presName="compNode" presStyleCnt="0"/>
      <dgm:spPr/>
    </dgm:pt>
    <dgm:pt modelId="{363DF09B-3F03-4A56-985A-460E64553B9C}" type="pres">
      <dgm:prSet presAssocID="{BD22C9CE-5B07-4CC3-B73C-5E8CCF12CC5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bella"/>
        </a:ext>
      </dgm:extLst>
    </dgm:pt>
    <dgm:pt modelId="{03693680-BFC6-452B-9BA4-3833A5FEAA3F}" type="pres">
      <dgm:prSet presAssocID="{BD22C9CE-5B07-4CC3-B73C-5E8CCF12CC5D}" presName="iconSpace" presStyleCnt="0"/>
      <dgm:spPr/>
    </dgm:pt>
    <dgm:pt modelId="{D7CA85DB-8C3B-409F-9FE0-00A7B47C7ADA}" type="pres">
      <dgm:prSet presAssocID="{BD22C9CE-5B07-4CC3-B73C-5E8CCF12CC5D}" presName="parTx" presStyleLbl="revTx" presStyleIdx="4" presStyleCnt="6">
        <dgm:presLayoutVars>
          <dgm:chMax val="0"/>
          <dgm:chPref val="0"/>
        </dgm:presLayoutVars>
      </dgm:prSet>
      <dgm:spPr/>
    </dgm:pt>
    <dgm:pt modelId="{8603ABC8-9098-4C8A-8EE6-AF572C595528}" type="pres">
      <dgm:prSet presAssocID="{BD22C9CE-5B07-4CC3-B73C-5E8CCF12CC5D}" presName="txSpace" presStyleCnt="0"/>
      <dgm:spPr/>
    </dgm:pt>
    <dgm:pt modelId="{9FE3CBEF-76B5-47A2-8432-5C4C688B535C}" type="pres">
      <dgm:prSet presAssocID="{BD22C9CE-5B07-4CC3-B73C-5E8CCF12CC5D}" presName="desTx" presStyleLbl="revTx" presStyleIdx="5" presStyleCnt="6">
        <dgm:presLayoutVars/>
      </dgm:prSet>
      <dgm:spPr/>
    </dgm:pt>
  </dgm:ptLst>
  <dgm:cxnLst>
    <dgm:cxn modelId="{AFE89806-14E2-4103-B6FE-CB506D064D54}" srcId="{42A2F9DE-75CF-4706-AE8A-52A8693D2328}" destId="{5E670622-60F7-4579-A27C-A8A424194380}" srcOrd="0" destOrd="0" parTransId="{90A80B60-4976-420B-964D-3ABB9E6440FB}" sibTransId="{64D78A6B-5FB2-415F-8A0E-7772CAD18965}"/>
    <dgm:cxn modelId="{FF134B16-4702-46DC-BA86-5C17199062F8}" type="presOf" srcId="{F0AD08A3-5C67-442F-B5AB-E75A5201ACC6}" destId="{9FE3CBEF-76B5-47A2-8432-5C4C688B535C}" srcOrd="0" destOrd="1" presId="urn:microsoft.com/office/officeart/2018/2/layout/IconLabelDescriptionList"/>
    <dgm:cxn modelId="{8E97921D-BDFC-47C7-B60D-6A34A7FFBEEC}" srcId="{F371E1CF-B9A4-4B2A-A742-564622FD10FF}" destId="{BD22C9CE-5B07-4CC3-B73C-5E8CCF12CC5D}" srcOrd="2" destOrd="0" parTransId="{30B14757-128C-4136-B45A-E87BA7E0B408}" sibTransId="{81251AE1-8FD5-48B3-99C0-FE492851E223}"/>
    <dgm:cxn modelId="{9991D835-C465-47EF-83EF-80289F44CB9F}" type="presOf" srcId="{94DB3AE3-26E2-48CE-8209-492222E2B5F5}" destId="{F5BF32B8-1A6E-452A-80BE-425949495B07}" srcOrd="0" destOrd="4" presId="urn:microsoft.com/office/officeart/2018/2/layout/IconLabelDescriptionList"/>
    <dgm:cxn modelId="{63765A38-D980-414E-A2A6-92825E8AA257}" type="presOf" srcId="{42A2F9DE-75CF-4706-AE8A-52A8693D2328}" destId="{F5BF32B8-1A6E-452A-80BE-425949495B07}" srcOrd="0" destOrd="1" presId="urn:microsoft.com/office/officeart/2018/2/layout/IconLabelDescriptionList"/>
    <dgm:cxn modelId="{C914FA3A-8395-460C-8F5B-7ABDE225D18D}" srcId="{42A2F9DE-75CF-4706-AE8A-52A8693D2328}" destId="{C4D243C5-3854-4EDD-B4D4-FD59B10CF359}" srcOrd="1" destOrd="0" parTransId="{C48A5CE5-3A3C-459C-BBF1-3384B74C4194}" sibTransId="{944B34D3-950F-4F0E-B3AC-6C76BBA9667B}"/>
    <dgm:cxn modelId="{51A0745C-F11A-462A-9041-2A765DB3DE4B}" type="presOf" srcId="{D3DD97E5-7AF8-4A26-82A0-087860D7DF25}" destId="{F7CEB058-69CC-47C9-92E4-50644FD353C9}" srcOrd="0" destOrd="0" presId="urn:microsoft.com/office/officeart/2018/2/layout/IconLabelDescriptionList"/>
    <dgm:cxn modelId="{4FB1A860-1589-4051-9BCE-82095FA3CE98}" type="presOf" srcId="{667C3887-12A0-4123-8132-1AE38B69BAC5}" destId="{F5BF32B8-1A6E-452A-80BE-425949495B07}" srcOrd="0" destOrd="0" presId="urn:microsoft.com/office/officeart/2018/2/layout/IconLabelDescriptionList"/>
    <dgm:cxn modelId="{27FC3863-2F52-4A3F-A7C4-C5B9A3E34EA7}" srcId="{E4A0751E-1829-4A98-B712-DE32EB544651}" destId="{A1C3188A-9A84-4A2F-8287-8D05519F4717}" srcOrd="2" destOrd="0" parTransId="{C1AA59A2-21F8-4B60-9EF9-69BB4015F357}" sibTransId="{A67B5282-F327-4795-9E2E-E9B0E9DFE68F}"/>
    <dgm:cxn modelId="{0DE27665-4AFA-46D6-ACD4-D2471782F53A}" srcId="{62F17479-00D0-48CB-BC21-5056C5D28DEC}" destId="{667C3887-12A0-4123-8132-1AE38B69BAC5}" srcOrd="0" destOrd="0" parTransId="{8CED6DC4-E6FE-44A6-87D8-B7F421C8A721}" sibTransId="{D6F53DC9-E790-45FB-A6BE-E9B566B09F91}"/>
    <dgm:cxn modelId="{3E54306A-A786-4C31-8AC0-88632635AA60}" type="presOf" srcId="{53264A87-B870-4F3A-8A02-33C1263C9984}" destId="{9FE3CBEF-76B5-47A2-8432-5C4C688B535C}" srcOrd="0" destOrd="0" presId="urn:microsoft.com/office/officeart/2018/2/layout/IconLabelDescriptionList"/>
    <dgm:cxn modelId="{F2D43371-0638-460C-AF56-91881DA15709}" srcId="{E4A0751E-1829-4A98-B712-DE32EB544651}" destId="{73A8C724-CB46-4CFC-B1AC-04572CEA2D37}" srcOrd="1" destOrd="0" parTransId="{1623132A-2734-4B53-96A6-3F73A54319E0}" sibTransId="{09163F9D-8996-43C4-A660-CC462EB0A406}"/>
    <dgm:cxn modelId="{75594B80-0BB4-4D4A-93D9-E5E54782FE56}" srcId="{62F17479-00D0-48CB-BC21-5056C5D28DEC}" destId="{94DB3AE3-26E2-48CE-8209-492222E2B5F5}" srcOrd="2" destOrd="0" parTransId="{E09DAF18-2D9D-4DE9-B1F2-2E1BF9AD5E1D}" sibTransId="{C9AAC58C-DC02-420E-8BC7-E6234C1B5F6A}"/>
    <dgm:cxn modelId="{52C67E88-07BB-4F62-9E5C-B8A95C265F52}" type="presOf" srcId="{73A8C724-CB46-4CFC-B1AC-04572CEA2D37}" destId="{F7CEB058-69CC-47C9-92E4-50644FD353C9}" srcOrd="0" destOrd="1" presId="urn:microsoft.com/office/officeart/2018/2/layout/IconLabelDescriptionList"/>
    <dgm:cxn modelId="{9CDCB791-5004-4271-839E-1247CB25AF39}" type="presOf" srcId="{1A246C38-A164-4D73-9E45-08D8ED4F0D42}" destId="{9FE3CBEF-76B5-47A2-8432-5C4C688B535C}" srcOrd="0" destOrd="2" presId="urn:microsoft.com/office/officeart/2018/2/layout/IconLabelDescriptionList"/>
    <dgm:cxn modelId="{E6AFF797-5C2D-46A0-9385-AB5A9C79C52E}" srcId="{BD22C9CE-5B07-4CC3-B73C-5E8CCF12CC5D}" destId="{1A246C38-A164-4D73-9E45-08D8ED4F0D42}" srcOrd="2" destOrd="0" parTransId="{BA61E252-7830-4536-ACEA-307FEEBFAA0A}" sibTransId="{5FB27C23-26D8-4D29-B53B-6E35D354B72E}"/>
    <dgm:cxn modelId="{E56122A7-1A70-4BCC-9E09-92507D933E66}" srcId="{62F17479-00D0-48CB-BC21-5056C5D28DEC}" destId="{42A2F9DE-75CF-4706-AE8A-52A8693D2328}" srcOrd="1" destOrd="0" parTransId="{7C82598D-BD95-447C-91DA-D7EBF0A5D69C}" sibTransId="{B27523F6-9B97-4ACB-8D66-E240F7255BD9}"/>
    <dgm:cxn modelId="{5EAA63AA-A0D1-44C1-84CF-B717138421B8}" type="presOf" srcId="{62F17479-00D0-48CB-BC21-5056C5D28DEC}" destId="{7C7CE761-D7E6-4DCC-BE48-7689E3BB196C}" srcOrd="0" destOrd="0" presId="urn:microsoft.com/office/officeart/2018/2/layout/IconLabelDescriptionList"/>
    <dgm:cxn modelId="{63B9BFAA-1699-40DF-8F6E-9BD04ABED49A}" type="presOf" srcId="{A1C3188A-9A84-4A2F-8287-8D05519F4717}" destId="{F7CEB058-69CC-47C9-92E4-50644FD353C9}" srcOrd="0" destOrd="2" presId="urn:microsoft.com/office/officeart/2018/2/layout/IconLabelDescriptionList"/>
    <dgm:cxn modelId="{B36683B2-979D-46C6-9B4A-620E5D6EB9AA}" type="presOf" srcId="{F371E1CF-B9A4-4B2A-A742-564622FD10FF}" destId="{618A9D9A-5024-461B-AA09-4E92343E1773}" srcOrd="0" destOrd="0" presId="urn:microsoft.com/office/officeart/2018/2/layout/IconLabelDescriptionList"/>
    <dgm:cxn modelId="{D37D8FBD-4B3F-4B33-954F-48A0BAC90842}" srcId="{E4A0751E-1829-4A98-B712-DE32EB544651}" destId="{D3DD97E5-7AF8-4A26-82A0-087860D7DF25}" srcOrd="0" destOrd="0" parTransId="{4D8C53DA-14D5-4557-AA00-967692C5DDC8}" sibTransId="{364DA93D-1F53-4CF6-A14E-6851DAFCE638}"/>
    <dgm:cxn modelId="{286067C7-0D1D-4292-A868-F892C50D6C04}" type="presOf" srcId="{C4D243C5-3854-4EDD-B4D4-FD59B10CF359}" destId="{F5BF32B8-1A6E-452A-80BE-425949495B07}" srcOrd="0" destOrd="3" presId="urn:microsoft.com/office/officeart/2018/2/layout/IconLabelDescriptionList"/>
    <dgm:cxn modelId="{597705CA-B0C1-404F-8B69-B5F5A6347532}" srcId="{BD22C9CE-5B07-4CC3-B73C-5E8CCF12CC5D}" destId="{F0AD08A3-5C67-442F-B5AB-E75A5201ACC6}" srcOrd="1" destOrd="0" parTransId="{97654C14-81CB-41D3-AE81-1A944B0A2327}" sibTransId="{0C32E743-69A5-4978-B1B1-B03F40C7EE69}"/>
    <dgm:cxn modelId="{EEB42AD0-E1B9-48C8-B5D7-13D2FE23351B}" srcId="{F371E1CF-B9A4-4B2A-A742-564622FD10FF}" destId="{62F17479-00D0-48CB-BC21-5056C5D28DEC}" srcOrd="0" destOrd="0" parTransId="{2872C215-CDB6-4CEE-9B6F-C82B6F1CEFF0}" sibTransId="{D6A4112A-7FEF-4791-9787-B70A343C62D9}"/>
    <dgm:cxn modelId="{BADFD1D0-44FB-436B-836F-E9B7D908B729}" srcId="{F371E1CF-B9A4-4B2A-A742-564622FD10FF}" destId="{E4A0751E-1829-4A98-B712-DE32EB544651}" srcOrd="1" destOrd="0" parTransId="{74ADA6D8-F38C-4015-BB0E-D8E1A28A4C2F}" sibTransId="{1EC62A81-5344-4736-AF27-A71F94EDABC7}"/>
    <dgm:cxn modelId="{B2BE3FD6-2464-4315-9386-0A0C76D0470B}" srcId="{BD22C9CE-5B07-4CC3-B73C-5E8CCF12CC5D}" destId="{53264A87-B870-4F3A-8A02-33C1263C9984}" srcOrd="0" destOrd="0" parTransId="{B3C51634-37EF-437B-BF6E-F876990F2A5F}" sibTransId="{01C3103A-822D-4363-8563-E557E36F4374}"/>
    <dgm:cxn modelId="{00499DDC-7563-465F-9B6A-64E7064B947F}" type="presOf" srcId="{5E670622-60F7-4579-A27C-A8A424194380}" destId="{F5BF32B8-1A6E-452A-80BE-425949495B07}" srcOrd="0" destOrd="2" presId="urn:microsoft.com/office/officeart/2018/2/layout/IconLabelDescriptionList"/>
    <dgm:cxn modelId="{A26D54E3-E422-456D-AE08-0569BE473A53}" type="presOf" srcId="{E4A0751E-1829-4A98-B712-DE32EB544651}" destId="{18D98B67-38E2-4295-A566-45454FAA478E}" srcOrd="0" destOrd="0" presId="urn:microsoft.com/office/officeart/2018/2/layout/IconLabelDescriptionList"/>
    <dgm:cxn modelId="{F0821BFB-D745-4424-9882-827D296C432C}" type="presOf" srcId="{BD22C9CE-5B07-4CC3-B73C-5E8CCF12CC5D}" destId="{D7CA85DB-8C3B-409F-9FE0-00A7B47C7ADA}" srcOrd="0" destOrd="0" presId="urn:microsoft.com/office/officeart/2018/2/layout/IconLabelDescriptionList"/>
    <dgm:cxn modelId="{B8DC31FD-043D-4AF7-985D-EBB4B312B762}" type="presParOf" srcId="{618A9D9A-5024-461B-AA09-4E92343E1773}" destId="{9E51F48C-8466-41AE-AA80-419EF557416D}" srcOrd="0" destOrd="0" presId="urn:microsoft.com/office/officeart/2018/2/layout/IconLabelDescriptionList"/>
    <dgm:cxn modelId="{51246F4E-2FA5-4BCA-A96C-02C5DFE644E0}" type="presParOf" srcId="{9E51F48C-8466-41AE-AA80-419EF557416D}" destId="{58232289-B8A7-482D-BF32-8120D864CAC5}" srcOrd="0" destOrd="0" presId="urn:microsoft.com/office/officeart/2018/2/layout/IconLabelDescriptionList"/>
    <dgm:cxn modelId="{77A8D58E-A007-4312-BCDD-0A699BF6FA2F}" type="presParOf" srcId="{9E51F48C-8466-41AE-AA80-419EF557416D}" destId="{1A7B9BA2-5B84-43C3-BB69-4107DF7D1A22}" srcOrd="1" destOrd="0" presId="urn:microsoft.com/office/officeart/2018/2/layout/IconLabelDescriptionList"/>
    <dgm:cxn modelId="{1D115D63-B08D-4ACE-B8A2-E8778C2DA51D}" type="presParOf" srcId="{9E51F48C-8466-41AE-AA80-419EF557416D}" destId="{7C7CE761-D7E6-4DCC-BE48-7689E3BB196C}" srcOrd="2" destOrd="0" presId="urn:microsoft.com/office/officeart/2018/2/layout/IconLabelDescriptionList"/>
    <dgm:cxn modelId="{C3450060-A0A4-41C0-B766-51832B7A82EA}" type="presParOf" srcId="{9E51F48C-8466-41AE-AA80-419EF557416D}" destId="{3F541E6A-6765-44E2-9BD5-A2179EE3A0D5}" srcOrd="3" destOrd="0" presId="urn:microsoft.com/office/officeart/2018/2/layout/IconLabelDescriptionList"/>
    <dgm:cxn modelId="{68F1EF59-E340-4EAE-A0E2-78078665DB4F}" type="presParOf" srcId="{9E51F48C-8466-41AE-AA80-419EF557416D}" destId="{F5BF32B8-1A6E-452A-80BE-425949495B07}" srcOrd="4" destOrd="0" presId="urn:microsoft.com/office/officeart/2018/2/layout/IconLabelDescriptionList"/>
    <dgm:cxn modelId="{6E0045C9-DE8E-4E4D-B964-63AD43ADFABC}" type="presParOf" srcId="{618A9D9A-5024-461B-AA09-4E92343E1773}" destId="{4C090098-1C15-4C13-921F-5184171C386E}" srcOrd="1" destOrd="0" presId="urn:microsoft.com/office/officeart/2018/2/layout/IconLabelDescriptionList"/>
    <dgm:cxn modelId="{8BA381DB-4F23-4D59-8F86-850F2F83803C}" type="presParOf" srcId="{618A9D9A-5024-461B-AA09-4E92343E1773}" destId="{4CE90A98-BB54-47EC-BCCE-858F0A5A0FC8}" srcOrd="2" destOrd="0" presId="urn:microsoft.com/office/officeart/2018/2/layout/IconLabelDescriptionList"/>
    <dgm:cxn modelId="{0F999AD8-5DED-48AB-BCBC-2EE2353EF104}" type="presParOf" srcId="{4CE90A98-BB54-47EC-BCCE-858F0A5A0FC8}" destId="{91726F0A-1CDA-4EE8-9BAB-84A6A6C6CB9E}" srcOrd="0" destOrd="0" presId="urn:microsoft.com/office/officeart/2018/2/layout/IconLabelDescriptionList"/>
    <dgm:cxn modelId="{39264E65-A5BA-445B-91A7-BEE167DD717A}" type="presParOf" srcId="{4CE90A98-BB54-47EC-BCCE-858F0A5A0FC8}" destId="{4C6A8222-7CB2-4CCD-8374-233D3C91287E}" srcOrd="1" destOrd="0" presId="urn:microsoft.com/office/officeart/2018/2/layout/IconLabelDescriptionList"/>
    <dgm:cxn modelId="{F96E3963-EAAD-4526-B5C3-0392A6C05F40}" type="presParOf" srcId="{4CE90A98-BB54-47EC-BCCE-858F0A5A0FC8}" destId="{18D98B67-38E2-4295-A566-45454FAA478E}" srcOrd="2" destOrd="0" presId="urn:microsoft.com/office/officeart/2018/2/layout/IconLabelDescriptionList"/>
    <dgm:cxn modelId="{FD168A32-0D17-4AC8-A9F8-FE60C9DD90C8}" type="presParOf" srcId="{4CE90A98-BB54-47EC-BCCE-858F0A5A0FC8}" destId="{85175D10-F7A2-4223-8FDC-7BEDE1622935}" srcOrd="3" destOrd="0" presId="urn:microsoft.com/office/officeart/2018/2/layout/IconLabelDescriptionList"/>
    <dgm:cxn modelId="{B04D0CEE-72EA-4487-A057-A7F4BE86B225}" type="presParOf" srcId="{4CE90A98-BB54-47EC-BCCE-858F0A5A0FC8}" destId="{F7CEB058-69CC-47C9-92E4-50644FD353C9}" srcOrd="4" destOrd="0" presId="urn:microsoft.com/office/officeart/2018/2/layout/IconLabelDescriptionList"/>
    <dgm:cxn modelId="{EB013DD4-8599-4529-A4B8-7B87614F6B2B}" type="presParOf" srcId="{618A9D9A-5024-461B-AA09-4E92343E1773}" destId="{F75774D7-17E7-4500-8069-11E2636E526D}" srcOrd="3" destOrd="0" presId="urn:microsoft.com/office/officeart/2018/2/layout/IconLabelDescriptionList"/>
    <dgm:cxn modelId="{03AC2036-1305-42D8-B8FA-A3EBC7C971B2}" type="presParOf" srcId="{618A9D9A-5024-461B-AA09-4E92343E1773}" destId="{770FD12D-6DC4-4155-A3F3-481195DEFC74}" srcOrd="4" destOrd="0" presId="urn:microsoft.com/office/officeart/2018/2/layout/IconLabelDescriptionList"/>
    <dgm:cxn modelId="{30E97418-BA20-4390-A13E-9D6519B50444}" type="presParOf" srcId="{770FD12D-6DC4-4155-A3F3-481195DEFC74}" destId="{363DF09B-3F03-4A56-985A-460E64553B9C}" srcOrd="0" destOrd="0" presId="urn:microsoft.com/office/officeart/2018/2/layout/IconLabelDescriptionList"/>
    <dgm:cxn modelId="{928CF9A2-F993-4110-A063-0A6DC574C6F9}" type="presParOf" srcId="{770FD12D-6DC4-4155-A3F3-481195DEFC74}" destId="{03693680-BFC6-452B-9BA4-3833A5FEAA3F}" srcOrd="1" destOrd="0" presId="urn:microsoft.com/office/officeart/2018/2/layout/IconLabelDescriptionList"/>
    <dgm:cxn modelId="{C4506570-BA17-43BA-A028-CCC0F5FFD0E3}" type="presParOf" srcId="{770FD12D-6DC4-4155-A3F3-481195DEFC74}" destId="{D7CA85DB-8C3B-409F-9FE0-00A7B47C7ADA}" srcOrd="2" destOrd="0" presId="urn:microsoft.com/office/officeart/2018/2/layout/IconLabelDescriptionList"/>
    <dgm:cxn modelId="{EF675050-F956-4CE3-88E6-6B84E18DFDBC}" type="presParOf" srcId="{770FD12D-6DC4-4155-A3F3-481195DEFC74}" destId="{8603ABC8-9098-4C8A-8EE6-AF572C595528}" srcOrd="3" destOrd="0" presId="urn:microsoft.com/office/officeart/2018/2/layout/IconLabelDescriptionList"/>
    <dgm:cxn modelId="{B1FB6FC9-1E8C-4600-9A24-6126419B81E5}" type="presParOf" srcId="{770FD12D-6DC4-4155-A3F3-481195DEFC74}" destId="{9FE3CBEF-76B5-47A2-8432-5C4C688B535C}"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34775C-0029-4F73-A03B-168FEA85C52D}" type="doc">
      <dgm:prSet loTypeId="urn:microsoft.com/office/officeart/2005/8/layout/vProcess5" loCatId="process" qsTypeId="urn:microsoft.com/office/officeart/2005/8/quickstyle/simple1" qsCatId="simple" csTypeId="urn:microsoft.com/office/officeart/2005/8/colors/accent3_2" csCatId="accent3" phldr="1"/>
      <dgm:spPr/>
      <dgm:t>
        <a:bodyPr/>
        <a:lstStyle/>
        <a:p>
          <a:endParaRPr lang="en-US"/>
        </a:p>
      </dgm:t>
    </dgm:pt>
    <dgm:pt modelId="{208FB662-3A8A-4FAD-BFB0-98025F1E3740}">
      <dgm:prSet/>
      <dgm:spPr/>
      <dgm:t>
        <a:bodyPr/>
        <a:lstStyle/>
        <a:p>
          <a:r>
            <a:rPr lang="it-IT" b="1"/>
            <a:t>Ingestione Dati</a:t>
          </a:r>
          <a:endParaRPr lang="it-IT" dirty="0"/>
        </a:p>
      </dgm:t>
    </dgm:pt>
    <dgm:pt modelId="{37F90CD4-0CF9-4A9C-9039-6E2875B4FBBA}" type="parTrans" cxnId="{F76FED97-6253-4A0B-8D03-E2202BC855F1}">
      <dgm:prSet/>
      <dgm:spPr/>
      <dgm:t>
        <a:bodyPr/>
        <a:lstStyle/>
        <a:p>
          <a:endParaRPr lang="it-IT"/>
        </a:p>
      </dgm:t>
    </dgm:pt>
    <dgm:pt modelId="{0065B59F-7AE2-4056-B849-D70C58EE288D}" type="sibTrans" cxnId="{F76FED97-6253-4A0B-8D03-E2202BC855F1}">
      <dgm:prSet/>
      <dgm:spPr/>
      <dgm:t>
        <a:bodyPr/>
        <a:lstStyle/>
        <a:p>
          <a:endParaRPr lang="it-IT"/>
        </a:p>
      </dgm:t>
    </dgm:pt>
    <dgm:pt modelId="{2FFF86A5-AABB-4B54-89DD-9A03036CC836}">
      <dgm:prSet/>
      <dgm:spPr/>
      <dgm:t>
        <a:bodyPr/>
        <a:lstStyle/>
        <a:p>
          <a:r>
            <a:rPr lang="it-IT" b="1"/>
            <a:t>Input:</a:t>
          </a:r>
          <a:r>
            <a:rPr lang="it-IT"/>
            <a:t> 20 File CSV eterogenei</a:t>
          </a:r>
          <a:endParaRPr lang="it-IT" dirty="0"/>
        </a:p>
      </dgm:t>
    </dgm:pt>
    <dgm:pt modelId="{555FD8A8-D5A5-4E23-97FB-98A53F652E39}" type="parTrans" cxnId="{27C764D3-88BE-401B-A593-5D39DA85D640}">
      <dgm:prSet/>
      <dgm:spPr/>
      <dgm:t>
        <a:bodyPr/>
        <a:lstStyle/>
        <a:p>
          <a:endParaRPr lang="it-IT"/>
        </a:p>
      </dgm:t>
    </dgm:pt>
    <dgm:pt modelId="{D3D3C0A3-54F3-4B2D-B05D-54B16D5753DA}" type="sibTrans" cxnId="{27C764D3-88BE-401B-A593-5D39DA85D640}">
      <dgm:prSet/>
      <dgm:spPr/>
      <dgm:t>
        <a:bodyPr/>
        <a:lstStyle/>
        <a:p>
          <a:endParaRPr lang="it-IT"/>
        </a:p>
      </dgm:t>
    </dgm:pt>
    <dgm:pt modelId="{7A8CB6FD-FB5B-4828-8666-5CCC657D91C7}">
      <dgm:prSet/>
      <dgm:spPr/>
      <dgm:t>
        <a:bodyPr/>
        <a:lstStyle/>
        <a:p>
          <a:r>
            <a:rPr lang="it-IT" b="1"/>
            <a:t>Action:</a:t>
          </a:r>
          <a:r>
            <a:rPr lang="it-IT"/>
            <a:t> Unificazione schema e normalizzazione</a:t>
          </a:r>
          <a:endParaRPr lang="it-IT" dirty="0"/>
        </a:p>
      </dgm:t>
    </dgm:pt>
    <dgm:pt modelId="{9E6FD637-59B9-43CA-ADEA-E1CA214508C4}" type="parTrans" cxnId="{719517A4-C951-4B34-95D8-356009718E43}">
      <dgm:prSet/>
      <dgm:spPr/>
      <dgm:t>
        <a:bodyPr/>
        <a:lstStyle/>
        <a:p>
          <a:endParaRPr lang="it-IT"/>
        </a:p>
      </dgm:t>
    </dgm:pt>
    <dgm:pt modelId="{B4B4C5C4-BAB5-4DD9-AE41-BBEB7A38A8EE}" type="sibTrans" cxnId="{719517A4-C951-4B34-95D8-356009718E43}">
      <dgm:prSet/>
      <dgm:spPr/>
      <dgm:t>
        <a:bodyPr/>
        <a:lstStyle/>
        <a:p>
          <a:endParaRPr lang="it-IT"/>
        </a:p>
      </dgm:t>
    </dgm:pt>
    <dgm:pt modelId="{67AAFA09-5AAD-4156-840C-80398CEF3061}">
      <dgm:prSet/>
      <dgm:spPr/>
      <dgm:t>
        <a:bodyPr/>
        <a:lstStyle/>
        <a:p>
          <a:r>
            <a:rPr lang="it-IT" b="1"/>
            <a:t>Arricchimento:</a:t>
          </a:r>
          <a:r>
            <a:rPr lang="it-IT"/>
            <a:t> Tagging della sorgente </a:t>
          </a:r>
          <a:r>
            <a:rPr lang="it-IT">
              <a:latin typeface="Courier New" panose="02070309020205020404" pitchFamily="49" charset="0"/>
            </a:rPr>
            <a:t>app_name</a:t>
          </a:r>
          <a:r>
            <a:rPr lang="it-IT"/>
            <a:t> per tracciabilità</a:t>
          </a:r>
          <a:endParaRPr lang="it-IT" dirty="0"/>
        </a:p>
      </dgm:t>
    </dgm:pt>
    <dgm:pt modelId="{161419E3-54CD-435D-87A6-0BDCAB6031AA}" type="parTrans" cxnId="{E1BCEE59-7404-476F-8C3A-CF480E2DF080}">
      <dgm:prSet/>
      <dgm:spPr/>
      <dgm:t>
        <a:bodyPr/>
        <a:lstStyle/>
        <a:p>
          <a:endParaRPr lang="it-IT"/>
        </a:p>
      </dgm:t>
    </dgm:pt>
    <dgm:pt modelId="{C69A102A-3AF4-41D2-89A3-CA9ABC9DBB0C}" type="sibTrans" cxnId="{E1BCEE59-7404-476F-8C3A-CF480E2DF080}">
      <dgm:prSet/>
      <dgm:spPr/>
      <dgm:t>
        <a:bodyPr/>
        <a:lstStyle/>
        <a:p>
          <a:endParaRPr lang="it-IT"/>
        </a:p>
      </dgm:t>
    </dgm:pt>
    <dgm:pt modelId="{A82474E5-68A9-477F-B117-3B1E05E96F00}">
      <dgm:prSet/>
      <dgm:spPr/>
      <dgm:t>
        <a:bodyPr/>
        <a:lstStyle/>
        <a:p>
          <a:r>
            <a:rPr lang="it-IT" b="1" dirty="0"/>
            <a:t>Data </a:t>
          </a:r>
          <a:r>
            <a:rPr lang="it-IT" b="1" dirty="0" err="1"/>
            <a:t>Augmentation</a:t>
          </a:r>
          <a:endParaRPr lang="it-IT" dirty="0"/>
        </a:p>
      </dgm:t>
    </dgm:pt>
    <dgm:pt modelId="{17E9F91E-51C8-4DC8-BC07-DF7B2DEC4BBF}" type="parTrans" cxnId="{6D2D0294-FB8F-4E69-A264-F2977C0B9EED}">
      <dgm:prSet/>
      <dgm:spPr/>
      <dgm:t>
        <a:bodyPr/>
        <a:lstStyle/>
        <a:p>
          <a:endParaRPr lang="it-IT"/>
        </a:p>
      </dgm:t>
    </dgm:pt>
    <dgm:pt modelId="{C966C52B-23E0-41D0-AC9F-B48E09752298}" type="sibTrans" cxnId="{6D2D0294-FB8F-4E69-A264-F2977C0B9EED}">
      <dgm:prSet/>
      <dgm:spPr/>
      <dgm:t>
        <a:bodyPr/>
        <a:lstStyle/>
        <a:p>
          <a:endParaRPr lang="it-IT"/>
        </a:p>
      </dgm:t>
    </dgm:pt>
    <dgm:pt modelId="{FA7B0B43-1770-45F9-9FC8-B9F1A3553492}">
      <dgm:prSet/>
      <dgm:spPr/>
      <dgm:t>
        <a:bodyPr/>
        <a:lstStyle/>
        <a:p>
          <a:r>
            <a:rPr lang="it-IT" b="1"/>
            <a:t>Obiettivo:</a:t>
          </a:r>
          <a:r>
            <a:rPr lang="it-IT"/>
            <a:t> aumentare il volume dei dati per effettuare stress test</a:t>
          </a:r>
          <a:endParaRPr lang="it-IT" dirty="0"/>
        </a:p>
      </dgm:t>
    </dgm:pt>
    <dgm:pt modelId="{8A46EBB4-5B3D-4C6C-BA98-515CA70F972D}" type="parTrans" cxnId="{9507A2C2-7211-4D9A-B34C-3094F466B87A}">
      <dgm:prSet/>
      <dgm:spPr/>
      <dgm:t>
        <a:bodyPr/>
        <a:lstStyle/>
        <a:p>
          <a:endParaRPr lang="it-IT"/>
        </a:p>
      </dgm:t>
    </dgm:pt>
    <dgm:pt modelId="{6BCAE09B-BC9D-4EDF-91AE-90177D52F0F4}" type="sibTrans" cxnId="{9507A2C2-7211-4D9A-B34C-3094F466B87A}">
      <dgm:prSet/>
      <dgm:spPr/>
      <dgm:t>
        <a:bodyPr/>
        <a:lstStyle/>
        <a:p>
          <a:endParaRPr lang="it-IT"/>
        </a:p>
      </dgm:t>
    </dgm:pt>
    <dgm:pt modelId="{E89FE42B-59B3-41DA-8D9A-454B23AC77C8}">
      <dgm:prSet/>
      <dgm:spPr/>
      <dgm:t>
        <a:bodyPr/>
        <a:lstStyle/>
        <a:p>
          <a:r>
            <a:rPr lang="it-IT" b="1"/>
            <a:t>Tecnica:</a:t>
          </a:r>
          <a:r>
            <a:rPr lang="it-IT"/>
            <a:t> Funzioni Spark </a:t>
          </a:r>
          <a:r>
            <a:rPr lang="it-IT">
              <a:latin typeface="Courier New" panose="02070309020205020404" pitchFamily="49" charset="0"/>
            </a:rPr>
            <a:t>explode</a:t>
          </a:r>
          <a:r>
            <a:rPr lang="it-IT"/>
            <a:t> e </a:t>
          </a:r>
          <a:r>
            <a:rPr lang="it-IT">
              <a:latin typeface="Courier New" panose="02070309020205020404" pitchFamily="49" charset="0"/>
            </a:rPr>
            <a:t>array_repeat</a:t>
          </a:r>
          <a:r>
            <a:rPr lang="it-IT"/>
            <a:t>.</a:t>
          </a:r>
          <a:endParaRPr lang="it-IT" dirty="0"/>
        </a:p>
      </dgm:t>
    </dgm:pt>
    <dgm:pt modelId="{B11F970C-CA5F-4630-8461-1E685C8E0742}" type="parTrans" cxnId="{4150ECB4-AB4C-48C2-9979-AF2766C15B9F}">
      <dgm:prSet/>
      <dgm:spPr/>
      <dgm:t>
        <a:bodyPr/>
        <a:lstStyle/>
        <a:p>
          <a:endParaRPr lang="it-IT"/>
        </a:p>
      </dgm:t>
    </dgm:pt>
    <dgm:pt modelId="{D01FD1A3-8647-4A63-A675-081158436D9B}" type="sibTrans" cxnId="{4150ECB4-AB4C-48C2-9979-AF2766C15B9F}">
      <dgm:prSet/>
      <dgm:spPr/>
      <dgm:t>
        <a:bodyPr/>
        <a:lstStyle/>
        <a:p>
          <a:endParaRPr lang="it-IT"/>
        </a:p>
      </dgm:t>
    </dgm:pt>
    <dgm:pt modelId="{ACA6BA41-5209-4F63-B053-422CF1B6DC74}">
      <dgm:prSet/>
      <dgm:spPr/>
      <dgm:t>
        <a:bodyPr/>
        <a:lstStyle/>
        <a:p>
          <a:r>
            <a:rPr lang="it-IT" b="1"/>
            <a:t>Integrità:</a:t>
          </a:r>
          <a:r>
            <a:rPr lang="it-IT"/>
            <a:t> Generazione distribuita di chiave primaria </a:t>
          </a:r>
          <a:r>
            <a:rPr lang="it-IT">
              <a:latin typeface="Courier New" panose="02070309020205020404" pitchFamily="49" charset="0"/>
            </a:rPr>
            <a:t>unique_id</a:t>
          </a:r>
          <a:r>
            <a:rPr lang="it-IT"/>
            <a:t>.</a:t>
          </a:r>
          <a:endParaRPr lang="it-IT" dirty="0"/>
        </a:p>
      </dgm:t>
    </dgm:pt>
    <dgm:pt modelId="{2A28C653-FEC0-4328-86EE-ADEFEDCA5205}" type="parTrans" cxnId="{58CCB0CC-9A8C-4C1C-A39D-3AD743AEC097}">
      <dgm:prSet/>
      <dgm:spPr/>
      <dgm:t>
        <a:bodyPr/>
        <a:lstStyle/>
        <a:p>
          <a:endParaRPr lang="it-IT"/>
        </a:p>
      </dgm:t>
    </dgm:pt>
    <dgm:pt modelId="{AF96ADBC-91C0-4CC2-9D79-6E9474596585}" type="sibTrans" cxnId="{58CCB0CC-9A8C-4C1C-A39D-3AD743AEC097}">
      <dgm:prSet/>
      <dgm:spPr/>
      <dgm:t>
        <a:bodyPr/>
        <a:lstStyle/>
        <a:p>
          <a:endParaRPr lang="it-IT"/>
        </a:p>
      </dgm:t>
    </dgm:pt>
    <dgm:pt modelId="{4E8B52E6-E035-4D1A-97D8-99F683D482FB}">
      <dgm:prSet/>
      <dgm:spPr/>
      <dgm:t>
        <a:bodyPr/>
        <a:lstStyle/>
        <a:p>
          <a:r>
            <a:rPr lang="it-IT" b="1" dirty="0"/>
            <a:t>Ottimizzazione e salvataggio dati</a:t>
          </a:r>
          <a:endParaRPr lang="it-IT" dirty="0"/>
        </a:p>
      </dgm:t>
    </dgm:pt>
    <dgm:pt modelId="{15908673-5164-4E04-8924-FDE405991CC0}" type="parTrans" cxnId="{E07AFB91-696A-4152-91F8-8F047999974E}">
      <dgm:prSet/>
      <dgm:spPr/>
      <dgm:t>
        <a:bodyPr/>
        <a:lstStyle/>
        <a:p>
          <a:endParaRPr lang="it-IT"/>
        </a:p>
      </dgm:t>
    </dgm:pt>
    <dgm:pt modelId="{BF028AC6-14E1-46B6-A119-779A20ADE266}" type="sibTrans" cxnId="{E07AFB91-696A-4152-91F8-8F047999974E}">
      <dgm:prSet/>
      <dgm:spPr/>
      <dgm:t>
        <a:bodyPr/>
        <a:lstStyle/>
        <a:p>
          <a:endParaRPr lang="it-IT"/>
        </a:p>
      </dgm:t>
    </dgm:pt>
    <dgm:pt modelId="{E1299C5D-1F63-4A0E-9EC8-CA51B3E821B1}">
      <dgm:prSet/>
      <dgm:spPr/>
      <dgm:t>
        <a:bodyPr/>
        <a:lstStyle/>
        <a:p>
          <a:r>
            <a:rPr lang="it-IT" b="1"/>
            <a:t>Output:</a:t>
          </a:r>
          <a:r>
            <a:rPr lang="it-IT"/>
            <a:t> Scrittura su HDFS in formato parquet.</a:t>
          </a:r>
          <a:endParaRPr lang="it-IT" dirty="0"/>
        </a:p>
      </dgm:t>
    </dgm:pt>
    <dgm:pt modelId="{637ED588-F077-4364-8F70-DFBD68BA10BE}" type="parTrans" cxnId="{F27E8888-D165-4D3C-82B2-9C8F701D2F38}">
      <dgm:prSet/>
      <dgm:spPr/>
      <dgm:t>
        <a:bodyPr/>
        <a:lstStyle/>
        <a:p>
          <a:endParaRPr lang="it-IT"/>
        </a:p>
      </dgm:t>
    </dgm:pt>
    <dgm:pt modelId="{C2C21BBB-2968-433F-9A37-F8C56BF6E954}" type="sibTrans" cxnId="{F27E8888-D165-4D3C-82B2-9C8F701D2F38}">
      <dgm:prSet/>
      <dgm:spPr/>
      <dgm:t>
        <a:bodyPr/>
        <a:lstStyle/>
        <a:p>
          <a:endParaRPr lang="it-IT"/>
        </a:p>
      </dgm:t>
    </dgm:pt>
    <dgm:pt modelId="{2C7F78C0-E83E-4DF1-9B12-95F6FD79F8A8}">
      <dgm:prSet/>
      <dgm:spPr/>
      <dgm:t>
        <a:bodyPr/>
        <a:lstStyle/>
        <a:p>
          <a:r>
            <a:rPr lang="it-IT" b="1"/>
            <a:t>Vantaggio:</a:t>
          </a:r>
          <a:r>
            <a:rPr lang="it-IT"/>
            <a:t> Abilitazione Projection Pushdown</a:t>
          </a:r>
        </a:p>
      </dgm:t>
    </dgm:pt>
    <dgm:pt modelId="{21AC9BA7-1258-4111-93BF-7C24FE1CB80E}" type="parTrans" cxnId="{8D056EBA-A096-483A-BC1F-D15658D141A4}">
      <dgm:prSet/>
      <dgm:spPr/>
      <dgm:t>
        <a:bodyPr/>
        <a:lstStyle/>
        <a:p>
          <a:endParaRPr lang="it-IT"/>
        </a:p>
      </dgm:t>
    </dgm:pt>
    <dgm:pt modelId="{4AC04619-FED4-42B2-9A6F-4E63B4A1ED72}" type="sibTrans" cxnId="{8D056EBA-A096-483A-BC1F-D15658D141A4}">
      <dgm:prSet/>
      <dgm:spPr/>
      <dgm:t>
        <a:bodyPr/>
        <a:lstStyle/>
        <a:p>
          <a:endParaRPr lang="it-IT"/>
        </a:p>
      </dgm:t>
    </dgm:pt>
    <dgm:pt modelId="{E1312424-EF0D-4D09-974C-FAA8DCC61388}" type="pres">
      <dgm:prSet presAssocID="{3F34775C-0029-4F73-A03B-168FEA85C52D}" presName="outerComposite" presStyleCnt="0">
        <dgm:presLayoutVars>
          <dgm:chMax val="5"/>
          <dgm:dir/>
          <dgm:resizeHandles val="exact"/>
        </dgm:presLayoutVars>
      </dgm:prSet>
      <dgm:spPr/>
    </dgm:pt>
    <dgm:pt modelId="{295BC9DA-4B7D-4384-A44D-851D6F8033F7}" type="pres">
      <dgm:prSet presAssocID="{3F34775C-0029-4F73-A03B-168FEA85C52D}" presName="dummyMaxCanvas" presStyleCnt="0">
        <dgm:presLayoutVars/>
      </dgm:prSet>
      <dgm:spPr/>
    </dgm:pt>
    <dgm:pt modelId="{8F26584C-2273-45A9-9D54-1577B104DF6F}" type="pres">
      <dgm:prSet presAssocID="{3F34775C-0029-4F73-A03B-168FEA85C52D}" presName="ThreeNodes_1" presStyleLbl="node1" presStyleIdx="0" presStyleCnt="3">
        <dgm:presLayoutVars>
          <dgm:bulletEnabled val="1"/>
        </dgm:presLayoutVars>
      </dgm:prSet>
      <dgm:spPr/>
    </dgm:pt>
    <dgm:pt modelId="{B07F5BD8-E0D2-4891-B2E7-BB55F90DE9D3}" type="pres">
      <dgm:prSet presAssocID="{3F34775C-0029-4F73-A03B-168FEA85C52D}" presName="ThreeNodes_2" presStyleLbl="node1" presStyleIdx="1" presStyleCnt="3">
        <dgm:presLayoutVars>
          <dgm:bulletEnabled val="1"/>
        </dgm:presLayoutVars>
      </dgm:prSet>
      <dgm:spPr/>
    </dgm:pt>
    <dgm:pt modelId="{BA9F67E1-98D6-41A2-97D4-8013577932E7}" type="pres">
      <dgm:prSet presAssocID="{3F34775C-0029-4F73-A03B-168FEA85C52D}" presName="ThreeNodes_3" presStyleLbl="node1" presStyleIdx="2" presStyleCnt="3">
        <dgm:presLayoutVars>
          <dgm:bulletEnabled val="1"/>
        </dgm:presLayoutVars>
      </dgm:prSet>
      <dgm:spPr/>
    </dgm:pt>
    <dgm:pt modelId="{97D2DD01-C12E-4CEE-9EE8-33A6C7215263}" type="pres">
      <dgm:prSet presAssocID="{3F34775C-0029-4F73-A03B-168FEA85C52D}" presName="ThreeConn_1-2" presStyleLbl="fgAccFollowNode1" presStyleIdx="0" presStyleCnt="2">
        <dgm:presLayoutVars>
          <dgm:bulletEnabled val="1"/>
        </dgm:presLayoutVars>
      </dgm:prSet>
      <dgm:spPr/>
    </dgm:pt>
    <dgm:pt modelId="{982D426E-30BC-4A47-B244-DD03100411C9}" type="pres">
      <dgm:prSet presAssocID="{3F34775C-0029-4F73-A03B-168FEA85C52D}" presName="ThreeConn_2-3" presStyleLbl="fgAccFollowNode1" presStyleIdx="1" presStyleCnt="2">
        <dgm:presLayoutVars>
          <dgm:bulletEnabled val="1"/>
        </dgm:presLayoutVars>
      </dgm:prSet>
      <dgm:spPr/>
    </dgm:pt>
    <dgm:pt modelId="{885B0E75-43FE-4B9A-9635-3DF42E1879FB}" type="pres">
      <dgm:prSet presAssocID="{3F34775C-0029-4F73-A03B-168FEA85C52D}" presName="ThreeNodes_1_text" presStyleLbl="node1" presStyleIdx="2" presStyleCnt="3">
        <dgm:presLayoutVars>
          <dgm:bulletEnabled val="1"/>
        </dgm:presLayoutVars>
      </dgm:prSet>
      <dgm:spPr/>
    </dgm:pt>
    <dgm:pt modelId="{A0550908-E41C-43BE-842A-5A2584349D0D}" type="pres">
      <dgm:prSet presAssocID="{3F34775C-0029-4F73-A03B-168FEA85C52D}" presName="ThreeNodes_2_text" presStyleLbl="node1" presStyleIdx="2" presStyleCnt="3">
        <dgm:presLayoutVars>
          <dgm:bulletEnabled val="1"/>
        </dgm:presLayoutVars>
      </dgm:prSet>
      <dgm:spPr/>
    </dgm:pt>
    <dgm:pt modelId="{27802F38-2A98-4877-9B8A-B6C44298A471}" type="pres">
      <dgm:prSet presAssocID="{3F34775C-0029-4F73-A03B-168FEA85C52D}" presName="ThreeNodes_3_text" presStyleLbl="node1" presStyleIdx="2" presStyleCnt="3">
        <dgm:presLayoutVars>
          <dgm:bulletEnabled val="1"/>
        </dgm:presLayoutVars>
      </dgm:prSet>
      <dgm:spPr/>
    </dgm:pt>
  </dgm:ptLst>
  <dgm:cxnLst>
    <dgm:cxn modelId="{B2CD5308-6066-4A9E-A107-DE3C8EBA668A}" type="presOf" srcId="{67AAFA09-5AAD-4156-840C-80398CEF3061}" destId="{885B0E75-43FE-4B9A-9635-3DF42E1879FB}" srcOrd="1" destOrd="3" presId="urn:microsoft.com/office/officeart/2005/8/layout/vProcess5"/>
    <dgm:cxn modelId="{8ECB070E-8D20-4A37-BAB9-F4F5F2A5DF64}" type="presOf" srcId="{E89FE42B-59B3-41DA-8D9A-454B23AC77C8}" destId="{B07F5BD8-E0D2-4891-B2E7-BB55F90DE9D3}" srcOrd="0" destOrd="2" presId="urn:microsoft.com/office/officeart/2005/8/layout/vProcess5"/>
    <dgm:cxn modelId="{CD4A1411-A15D-441A-8524-CE58048CDF9E}" type="presOf" srcId="{2FFF86A5-AABB-4B54-89DD-9A03036CC836}" destId="{885B0E75-43FE-4B9A-9635-3DF42E1879FB}" srcOrd="1" destOrd="1" presId="urn:microsoft.com/office/officeart/2005/8/layout/vProcess5"/>
    <dgm:cxn modelId="{52E35126-320C-46DC-90F9-AD21B78256CB}" type="presOf" srcId="{67AAFA09-5AAD-4156-840C-80398CEF3061}" destId="{8F26584C-2273-45A9-9D54-1577B104DF6F}" srcOrd="0" destOrd="3" presId="urn:microsoft.com/office/officeart/2005/8/layout/vProcess5"/>
    <dgm:cxn modelId="{1E349D28-6B10-4905-B38C-5A3CDB373883}" type="presOf" srcId="{3F34775C-0029-4F73-A03B-168FEA85C52D}" destId="{E1312424-EF0D-4D09-974C-FAA8DCC61388}" srcOrd="0" destOrd="0" presId="urn:microsoft.com/office/officeart/2005/8/layout/vProcess5"/>
    <dgm:cxn modelId="{CC3D392F-B5E8-425A-8C1C-4D37697701B1}" type="presOf" srcId="{208FB662-3A8A-4FAD-BFB0-98025F1E3740}" destId="{8F26584C-2273-45A9-9D54-1577B104DF6F}" srcOrd="0" destOrd="0" presId="urn:microsoft.com/office/officeart/2005/8/layout/vProcess5"/>
    <dgm:cxn modelId="{A9156D32-0927-4B56-ACF5-D428F855B5E1}" type="presOf" srcId="{E1299C5D-1F63-4A0E-9EC8-CA51B3E821B1}" destId="{27802F38-2A98-4877-9B8A-B6C44298A471}" srcOrd="1" destOrd="1" presId="urn:microsoft.com/office/officeart/2005/8/layout/vProcess5"/>
    <dgm:cxn modelId="{5098DE32-D043-4714-88B5-AF68533E2ACC}" type="presOf" srcId="{7A8CB6FD-FB5B-4828-8666-5CCC657D91C7}" destId="{8F26584C-2273-45A9-9D54-1577B104DF6F}" srcOrd="0" destOrd="2" presId="urn:microsoft.com/office/officeart/2005/8/layout/vProcess5"/>
    <dgm:cxn modelId="{40237940-B1D3-4463-9F4A-B1BF871A67E8}" type="presOf" srcId="{FA7B0B43-1770-45F9-9FC8-B9F1A3553492}" destId="{B07F5BD8-E0D2-4891-B2E7-BB55F90DE9D3}" srcOrd="0" destOrd="1" presId="urn:microsoft.com/office/officeart/2005/8/layout/vProcess5"/>
    <dgm:cxn modelId="{5033735F-7325-4662-9B2F-83E0BC2D2B4A}" type="presOf" srcId="{ACA6BA41-5209-4F63-B053-422CF1B6DC74}" destId="{B07F5BD8-E0D2-4891-B2E7-BB55F90DE9D3}" srcOrd="0" destOrd="3" presId="urn:microsoft.com/office/officeart/2005/8/layout/vProcess5"/>
    <dgm:cxn modelId="{E1B4D747-5D23-4AD7-B4A0-ACBF86BAFBA2}" type="presOf" srcId="{2FFF86A5-AABB-4B54-89DD-9A03036CC836}" destId="{8F26584C-2273-45A9-9D54-1577B104DF6F}" srcOrd="0" destOrd="1" presId="urn:microsoft.com/office/officeart/2005/8/layout/vProcess5"/>
    <dgm:cxn modelId="{DD8D7F71-C922-4A78-BCFF-C46027E83393}" type="presOf" srcId="{4E8B52E6-E035-4D1A-97D8-99F683D482FB}" destId="{27802F38-2A98-4877-9B8A-B6C44298A471}" srcOrd="1" destOrd="0" presId="urn:microsoft.com/office/officeart/2005/8/layout/vProcess5"/>
    <dgm:cxn modelId="{E1BCEE59-7404-476F-8C3A-CF480E2DF080}" srcId="{208FB662-3A8A-4FAD-BFB0-98025F1E3740}" destId="{67AAFA09-5AAD-4156-840C-80398CEF3061}" srcOrd="2" destOrd="0" parTransId="{161419E3-54CD-435D-87A6-0BDCAB6031AA}" sibTransId="{C69A102A-3AF4-41D2-89A3-CA9ABC9DBB0C}"/>
    <dgm:cxn modelId="{F27E8888-D165-4D3C-82B2-9C8F701D2F38}" srcId="{4E8B52E6-E035-4D1A-97D8-99F683D482FB}" destId="{E1299C5D-1F63-4A0E-9EC8-CA51B3E821B1}" srcOrd="0" destOrd="0" parTransId="{637ED588-F077-4364-8F70-DFBD68BA10BE}" sibTransId="{C2C21BBB-2968-433F-9A37-F8C56BF6E954}"/>
    <dgm:cxn modelId="{B0803A8E-6DBD-4735-8ADD-FF99F2C19E2C}" type="presOf" srcId="{A82474E5-68A9-477F-B117-3B1E05E96F00}" destId="{B07F5BD8-E0D2-4891-B2E7-BB55F90DE9D3}" srcOrd="0" destOrd="0" presId="urn:microsoft.com/office/officeart/2005/8/layout/vProcess5"/>
    <dgm:cxn modelId="{5E49E291-8CA5-4A75-8234-B1BE6930000A}" type="presOf" srcId="{A82474E5-68A9-477F-B117-3B1E05E96F00}" destId="{A0550908-E41C-43BE-842A-5A2584349D0D}" srcOrd="1" destOrd="0" presId="urn:microsoft.com/office/officeart/2005/8/layout/vProcess5"/>
    <dgm:cxn modelId="{E07AFB91-696A-4152-91F8-8F047999974E}" srcId="{3F34775C-0029-4F73-A03B-168FEA85C52D}" destId="{4E8B52E6-E035-4D1A-97D8-99F683D482FB}" srcOrd="2" destOrd="0" parTransId="{15908673-5164-4E04-8924-FDE405991CC0}" sibTransId="{BF028AC6-14E1-46B6-A119-779A20ADE266}"/>
    <dgm:cxn modelId="{6D2D0294-FB8F-4E69-A264-F2977C0B9EED}" srcId="{3F34775C-0029-4F73-A03B-168FEA85C52D}" destId="{A82474E5-68A9-477F-B117-3B1E05E96F00}" srcOrd="1" destOrd="0" parTransId="{17E9F91E-51C8-4DC8-BC07-DF7B2DEC4BBF}" sibTransId="{C966C52B-23E0-41D0-AC9F-B48E09752298}"/>
    <dgm:cxn modelId="{0AB1BD97-BBF5-4B8F-A2D8-885B81F8E79A}" type="presOf" srcId="{7A8CB6FD-FB5B-4828-8666-5CCC657D91C7}" destId="{885B0E75-43FE-4B9A-9635-3DF42E1879FB}" srcOrd="1" destOrd="2" presId="urn:microsoft.com/office/officeart/2005/8/layout/vProcess5"/>
    <dgm:cxn modelId="{F76FED97-6253-4A0B-8D03-E2202BC855F1}" srcId="{3F34775C-0029-4F73-A03B-168FEA85C52D}" destId="{208FB662-3A8A-4FAD-BFB0-98025F1E3740}" srcOrd="0" destOrd="0" parTransId="{37F90CD4-0CF9-4A9C-9039-6E2875B4FBBA}" sibTransId="{0065B59F-7AE2-4056-B849-D70C58EE288D}"/>
    <dgm:cxn modelId="{66606098-913F-4673-9FE1-1B8A60112869}" type="presOf" srcId="{E1299C5D-1F63-4A0E-9EC8-CA51B3E821B1}" destId="{BA9F67E1-98D6-41A2-97D4-8013577932E7}" srcOrd="0" destOrd="1" presId="urn:microsoft.com/office/officeart/2005/8/layout/vProcess5"/>
    <dgm:cxn modelId="{719517A4-C951-4B34-95D8-356009718E43}" srcId="{208FB662-3A8A-4FAD-BFB0-98025F1E3740}" destId="{7A8CB6FD-FB5B-4828-8666-5CCC657D91C7}" srcOrd="1" destOrd="0" parTransId="{9E6FD637-59B9-43CA-ADEA-E1CA214508C4}" sibTransId="{B4B4C5C4-BAB5-4DD9-AE41-BBEB7A38A8EE}"/>
    <dgm:cxn modelId="{294266A7-D54A-4E75-BAD4-669529E1B01E}" type="presOf" srcId="{0065B59F-7AE2-4056-B849-D70C58EE288D}" destId="{97D2DD01-C12E-4CEE-9EE8-33A6C7215263}" srcOrd="0" destOrd="0" presId="urn:microsoft.com/office/officeart/2005/8/layout/vProcess5"/>
    <dgm:cxn modelId="{DD8CABA7-A7F9-428D-BBBE-5C2D39EEFE05}" type="presOf" srcId="{ACA6BA41-5209-4F63-B053-422CF1B6DC74}" destId="{A0550908-E41C-43BE-842A-5A2584349D0D}" srcOrd="1" destOrd="3" presId="urn:microsoft.com/office/officeart/2005/8/layout/vProcess5"/>
    <dgm:cxn modelId="{4150ECB4-AB4C-48C2-9979-AF2766C15B9F}" srcId="{A82474E5-68A9-477F-B117-3B1E05E96F00}" destId="{E89FE42B-59B3-41DA-8D9A-454B23AC77C8}" srcOrd="1" destOrd="0" parTransId="{B11F970C-CA5F-4630-8461-1E685C8E0742}" sibTransId="{D01FD1A3-8647-4A63-A675-081158436D9B}"/>
    <dgm:cxn modelId="{8D056EBA-A096-483A-BC1F-D15658D141A4}" srcId="{4E8B52E6-E035-4D1A-97D8-99F683D482FB}" destId="{2C7F78C0-E83E-4DF1-9B12-95F6FD79F8A8}" srcOrd="1" destOrd="0" parTransId="{21AC9BA7-1258-4111-93BF-7C24FE1CB80E}" sibTransId="{4AC04619-FED4-42B2-9A6F-4E63B4A1ED72}"/>
    <dgm:cxn modelId="{9507A2C2-7211-4D9A-B34C-3094F466B87A}" srcId="{A82474E5-68A9-477F-B117-3B1E05E96F00}" destId="{FA7B0B43-1770-45F9-9FC8-B9F1A3553492}" srcOrd="0" destOrd="0" parTransId="{8A46EBB4-5B3D-4C6C-BA98-515CA70F972D}" sibTransId="{6BCAE09B-BC9D-4EDF-91AE-90177D52F0F4}"/>
    <dgm:cxn modelId="{1DF7C7C2-55BD-40E1-9E55-A17E84C8B69D}" type="presOf" srcId="{2C7F78C0-E83E-4DF1-9B12-95F6FD79F8A8}" destId="{27802F38-2A98-4877-9B8A-B6C44298A471}" srcOrd="1" destOrd="2" presId="urn:microsoft.com/office/officeart/2005/8/layout/vProcess5"/>
    <dgm:cxn modelId="{46B5F9CA-7394-407B-89E5-50EDC99B2690}" type="presOf" srcId="{208FB662-3A8A-4FAD-BFB0-98025F1E3740}" destId="{885B0E75-43FE-4B9A-9635-3DF42E1879FB}" srcOrd="1" destOrd="0" presId="urn:microsoft.com/office/officeart/2005/8/layout/vProcess5"/>
    <dgm:cxn modelId="{58CCB0CC-9A8C-4C1C-A39D-3AD743AEC097}" srcId="{A82474E5-68A9-477F-B117-3B1E05E96F00}" destId="{ACA6BA41-5209-4F63-B053-422CF1B6DC74}" srcOrd="2" destOrd="0" parTransId="{2A28C653-FEC0-4328-86EE-ADEFEDCA5205}" sibTransId="{AF96ADBC-91C0-4CC2-9D79-6E9474596585}"/>
    <dgm:cxn modelId="{27C764D3-88BE-401B-A593-5D39DA85D640}" srcId="{208FB662-3A8A-4FAD-BFB0-98025F1E3740}" destId="{2FFF86A5-AABB-4B54-89DD-9A03036CC836}" srcOrd="0" destOrd="0" parTransId="{555FD8A8-D5A5-4E23-97FB-98A53F652E39}" sibTransId="{D3D3C0A3-54F3-4B2D-B05D-54B16D5753DA}"/>
    <dgm:cxn modelId="{567206DC-DC79-4710-BF7C-4CF087D4B427}" type="presOf" srcId="{C966C52B-23E0-41D0-AC9F-B48E09752298}" destId="{982D426E-30BC-4A47-B244-DD03100411C9}" srcOrd="0" destOrd="0" presId="urn:microsoft.com/office/officeart/2005/8/layout/vProcess5"/>
    <dgm:cxn modelId="{E72237F0-0535-4B80-95B6-9C3712BF8263}" type="presOf" srcId="{2C7F78C0-E83E-4DF1-9B12-95F6FD79F8A8}" destId="{BA9F67E1-98D6-41A2-97D4-8013577932E7}" srcOrd="0" destOrd="2" presId="urn:microsoft.com/office/officeart/2005/8/layout/vProcess5"/>
    <dgm:cxn modelId="{211FA6F3-B54E-4E71-9C6B-F789434C015E}" type="presOf" srcId="{4E8B52E6-E035-4D1A-97D8-99F683D482FB}" destId="{BA9F67E1-98D6-41A2-97D4-8013577932E7}" srcOrd="0" destOrd="0" presId="urn:microsoft.com/office/officeart/2005/8/layout/vProcess5"/>
    <dgm:cxn modelId="{D24D14F4-BEBC-435C-9F8B-8115E9DBB130}" type="presOf" srcId="{FA7B0B43-1770-45F9-9FC8-B9F1A3553492}" destId="{A0550908-E41C-43BE-842A-5A2584349D0D}" srcOrd="1" destOrd="1" presId="urn:microsoft.com/office/officeart/2005/8/layout/vProcess5"/>
    <dgm:cxn modelId="{820360FD-5AF4-4772-86AE-048C7143EAF7}" type="presOf" srcId="{E89FE42B-59B3-41DA-8D9A-454B23AC77C8}" destId="{A0550908-E41C-43BE-842A-5A2584349D0D}" srcOrd="1" destOrd="2" presId="urn:microsoft.com/office/officeart/2005/8/layout/vProcess5"/>
    <dgm:cxn modelId="{436A05E9-89D5-45DF-972B-58D6C64D7773}" type="presParOf" srcId="{E1312424-EF0D-4D09-974C-FAA8DCC61388}" destId="{295BC9DA-4B7D-4384-A44D-851D6F8033F7}" srcOrd="0" destOrd="0" presId="urn:microsoft.com/office/officeart/2005/8/layout/vProcess5"/>
    <dgm:cxn modelId="{50FC9A3F-E03B-4A9E-9D5A-C59811F2C8D8}" type="presParOf" srcId="{E1312424-EF0D-4D09-974C-FAA8DCC61388}" destId="{8F26584C-2273-45A9-9D54-1577B104DF6F}" srcOrd="1" destOrd="0" presId="urn:microsoft.com/office/officeart/2005/8/layout/vProcess5"/>
    <dgm:cxn modelId="{9666F80F-160E-4930-9DF6-CF86C33DE758}" type="presParOf" srcId="{E1312424-EF0D-4D09-974C-FAA8DCC61388}" destId="{B07F5BD8-E0D2-4891-B2E7-BB55F90DE9D3}" srcOrd="2" destOrd="0" presId="urn:microsoft.com/office/officeart/2005/8/layout/vProcess5"/>
    <dgm:cxn modelId="{F6DEB4CA-ACBA-4046-B998-87F448DE9EED}" type="presParOf" srcId="{E1312424-EF0D-4D09-974C-FAA8DCC61388}" destId="{BA9F67E1-98D6-41A2-97D4-8013577932E7}" srcOrd="3" destOrd="0" presId="urn:microsoft.com/office/officeart/2005/8/layout/vProcess5"/>
    <dgm:cxn modelId="{773FB56E-EF32-4A7B-9983-4C2D3147F5AA}" type="presParOf" srcId="{E1312424-EF0D-4D09-974C-FAA8DCC61388}" destId="{97D2DD01-C12E-4CEE-9EE8-33A6C7215263}" srcOrd="4" destOrd="0" presId="urn:microsoft.com/office/officeart/2005/8/layout/vProcess5"/>
    <dgm:cxn modelId="{0F88796D-1EED-4F20-A100-FBC2439A1B4B}" type="presParOf" srcId="{E1312424-EF0D-4D09-974C-FAA8DCC61388}" destId="{982D426E-30BC-4A47-B244-DD03100411C9}" srcOrd="5" destOrd="0" presId="urn:microsoft.com/office/officeart/2005/8/layout/vProcess5"/>
    <dgm:cxn modelId="{5F91057C-A2A0-40AE-A9D0-0A11C9859D70}" type="presParOf" srcId="{E1312424-EF0D-4D09-974C-FAA8DCC61388}" destId="{885B0E75-43FE-4B9A-9635-3DF42E1879FB}" srcOrd="6" destOrd="0" presId="urn:microsoft.com/office/officeart/2005/8/layout/vProcess5"/>
    <dgm:cxn modelId="{67B57E34-BDE2-42D5-9E42-2DA2C296C2A8}" type="presParOf" srcId="{E1312424-EF0D-4D09-974C-FAA8DCC61388}" destId="{A0550908-E41C-43BE-842A-5A2584349D0D}" srcOrd="7" destOrd="0" presId="urn:microsoft.com/office/officeart/2005/8/layout/vProcess5"/>
    <dgm:cxn modelId="{0956C402-C65E-428D-9D6E-2EE0FD42EBDE}" type="presParOf" srcId="{E1312424-EF0D-4D09-974C-FAA8DCC61388}" destId="{27802F38-2A98-4877-9B8A-B6C44298A471}"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1B86C4F-B00C-47E5-98BA-1CBC55F510B6}" type="doc">
      <dgm:prSet loTypeId="urn:microsoft.com/office/officeart/2005/8/layout/hProcess3" loCatId="process" qsTypeId="urn:microsoft.com/office/officeart/2005/8/quickstyle/simple1" qsCatId="simple" csTypeId="urn:microsoft.com/office/officeart/2005/8/colors/accent1_2" csCatId="accent1" phldr="1"/>
      <dgm:spPr/>
      <dgm:t>
        <a:bodyPr/>
        <a:lstStyle/>
        <a:p>
          <a:endParaRPr lang="en-US"/>
        </a:p>
      </dgm:t>
    </dgm:pt>
    <dgm:pt modelId="{150C9D06-B6FD-4222-845B-3F6E8BBB72EC}">
      <dgm:prSet/>
      <dgm:spPr/>
      <dgm:t>
        <a:bodyPr/>
        <a:lstStyle/>
        <a:p>
          <a:pPr algn="l"/>
          <a:r>
            <a:rPr lang="it-IT" b="1" dirty="0" err="1"/>
            <a:t>Pre</a:t>
          </a:r>
          <a:r>
            <a:rPr lang="it-IT" b="1" dirty="0"/>
            <a:t>-processing e </a:t>
          </a:r>
          <a:r>
            <a:rPr lang="it-IT" b="1" dirty="0" err="1"/>
            <a:t>Cleaning</a:t>
          </a:r>
          <a:endParaRPr lang="en-US" dirty="0"/>
        </a:p>
      </dgm:t>
    </dgm:pt>
    <dgm:pt modelId="{F7514A32-D881-4F26-BEF6-E80F20F007E6}" type="parTrans" cxnId="{39A4A57E-27DD-4340-8976-84CD20398E4A}">
      <dgm:prSet/>
      <dgm:spPr/>
      <dgm:t>
        <a:bodyPr/>
        <a:lstStyle/>
        <a:p>
          <a:pPr algn="l"/>
          <a:endParaRPr lang="en-US"/>
        </a:p>
      </dgm:t>
    </dgm:pt>
    <dgm:pt modelId="{6F253451-A320-4BE2-96DD-A7618F9F3EE0}" type="sibTrans" cxnId="{39A4A57E-27DD-4340-8976-84CD20398E4A}">
      <dgm:prSet/>
      <dgm:spPr/>
      <dgm:t>
        <a:bodyPr/>
        <a:lstStyle/>
        <a:p>
          <a:pPr algn="l"/>
          <a:endParaRPr lang="en-US"/>
        </a:p>
      </dgm:t>
    </dgm:pt>
    <dgm:pt modelId="{4B52329F-E1E1-428F-9BD3-2D128A36CFA2}">
      <dgm:prSet/>
      <dgm:spPr/>
      <dgm:t>
        <a:bodyPr/>
        <a:lstStyle/>
        <a:p>
          <a:pPr algn="l"/>
          <a:r>
            <a:rPr lang="it-IT" b="1" dirty="0"/>
            <a:t>Obiettivo:</a:t>
          </a:r>
          <a:r>
            <a:rPr lang="it-IT" dirty="0"/>
            <a:t> Riduzione del rumore</a:t>
          </a:r>
          <a:endParaRPr lang="en-US" dirty="0"/>
        </a:p>
      </dgm:t>
    </dgm:pt>
    <dgm:pt modelId="{DA190A79-A1A9-475A-B6AE-0275972EA8BC}" type="parTrans" cxnId="{490B3B98-4316-4F82-A50D-0F34C0E7CD8A}">
      <dgm:prSet/>
      <dgm:spPr/>
      <dgm:t>
        <a:bodyPr/>
        <a:lstStyle/>
        <a:p>
          <a:pPr algn="l"/>
          <a:endParaRPr lang="en-US"/>
        </a:p>
      </dgm:t>
    </dgm:pt>
    <dgm:pt modelId="{B8D43D27-96B9-49E7-A3B4-1FE7A7A936EE}" type="sibTrans" cxnId="{490B3B98-4316-4F82-A50D-0F34C0E7CD8A}">
      <dgm:prSet/>
      <dgm:spPr/>
      <dgm:t>
        <a:bodyPr/>
        <a:lstStyle/>
        <a:p>
          <a:pPr algn="l"/>
          <a:endParaRPr lang="en-US"/>
        </a:p>
      </dgm:t>
    </dgm:pt>
    <dgm:pt modelId="{8BDD8C66-BD95-41CF-90F8-66276BD02BCA}">
      <dgm:prSet/>
      <dgm:spPr/>
      <dgm:t>
        <a:bodyPr/>
        <a:lstStyle/>
        <a:p>
          <a:pPr algn="l"/>
          <a:r>
            <a:rPr lang="it-IT" b="1" dirty="0"/>
            <a:t>Tecnica:</a:t>
          </a:r>
          <a:r>
            <a:rPr lang="it-IT" dirty="0"/>
            <a:t> Utilizzo di </a:t>
          </a:r>
          <a:r>
            <a:rPr lang="it-IT" dirty="0" err="1"/>
            <a:t>Regex</a:t>
          </a:r>
          <a:r>
            <a:rPr lang="it-IT" dirty="0"/>
            <a:t> per eliminare caratteri non alfanumerici, punteggiatura e normalizzazione del testo</a:t>
          </a:r>
          <a:endParaRPr lang="en-US" dirty="0"/>
        </a:p>
      </dgm:t>
    </dgm:pt>
    <dgm:pt modelId="{B419C5CB-2A82-40E0-8208-60366F7B7E65}" type="parTrans" cxnId="{2CCC34CD-47E6-4F08-B0FD-34D45F810A8E}">
      <dgm:prSet/>
      <dgm:spPr/>
      <dgm:t>
        <a:bodyPr/>
        <a:lstStyle/>
        <a:p>
          <a:pPr algn="l"/>
          <a:endParaRPr lang="en-US"/>
        </a:p>
      </dgm:t>
    </dgm:pt>
    <dgm:pt modelId="{5AD5135C-71B8-49E4-A816-816541DCEB81}" type="sibTrans" cxnId="{2CCC34CD-47E6-4F08-B0FD-34D45F810A8E}">
      <dgm:prSet/>
      <dgm:spPr/>
      <dgm:t>
        <a:bodyPr/>
        <a:lstStyle/>
        <a:p>
          <a:pPr algn="l"/>
          <a:endParaRPr lang="en-US"/>
        </a:p>
      </dgm:t>
    </dgm:pt>
    <dgm:pt modelId="{6B9FF0EA-C17E-4CE8-9294-FB45873D4C8F}">
      <dgm:prSet/>
      <dgm:spPr/>
      <dgm:t>
        <a:bodyPr/>
        <a:lstStyle/>
        <a:p>
          <a:pPr algn="l"/>
          <a:r>
            <a:rPr lang="it-IT" b="1" dirty="0"/>
            <a:t>Risultato:</a:t>
          </a:r>
          <a:r>
            <a:rPr lang="it-IT" dirty="0"/>
            <a:t> Testo uniforme pronto per la tokenizzazione</a:t>
          </a:r>
          <a:endParaRPr lang="en-US" dirty="0"/>
        </a:p>
      </dgm:t>
    </dgm:pt>
    <dgm:pt modelId="{2920CF28-AC4F-4C57-80A0-EE50A50080D6}" type="parTrans" cxnId="{EC8C680D-FB90-4BAB-88ED-D321536B31CA}">
      <dgm:prSet/>
      <dgm:spPr/>
      <dgm:t>
        <a:bodyPr/>
        <a:lstStyle/>
        <a:p>
          <a:pPr algn="l"/>
          <a:endParaRPr lang="en-US"/>
        </a:p>
      </dgm:t>
    </dgm:pt>
    <dgm:pt modelId="{2CE8B7E9-B47E-4079-A911-6C55311E2110}" type="sibTrans" cxnId="{EC8C680D-FB90-4BAB-88ED-D321536B31CA}">
      <dgm:prSet/>
      <dgm:spPr/>
      <dgm:t>
        <a:bodyPr/>
        <a:lstStyle/>
        <a:p>
          <a:pPr algn="l"/>
          <a:endParaRPr lang="en-US"/>
        </a:p>
      </dgm:t>
    </dgm:pt>
    <dgm:pt modelId="{D46DD437-FFD1-4DD1-A740-E84BDBEB0A10}">
      <dgm:prSet/>
      <dgm:spPr/>
      <dgm:t>
        <a:bodyPr/>
        <a:lstStyle/>
        <a:p>
          <a:pPr algn="l"/>
          <a:r>
            <a:rPr lang="it-IT" b="1" dirty="0"/>
            <a:t>Estrazione dei bigrammi</a:t>
          </a:r>
          <a:endParaRPr lang="en-US" dirty="0"/>
        </a:p>
      </dgm:t>
    </dgm:pt>
    <dgm:pt modelId="{EDD7B021-2FEF-4238-8FED-477D5A4FFBBD}" type="parTrans" cxnId="{9308D4EF-EC05-459B-AAF7-7C8645A30AB4}">
      <dgm:prSet/>
      <dgm:spPr/>
      <dgm:t>
        <a:bodyPr/>
        <a:lstStyle/>
        <a:p>
          <a:pPr algn="l"/>
          <a:endParaRPr lang="en-US"/>
        </a:p>
      </dgm:t>
    </dgm:pt>
    <dgm:pt modelId="{2552F0D0-DFE7-4CD0-B250-D49595FDF2B3}" type="sibTrans" cxnId="{9308D4EF-EC05-459B-AAF7-7C8645A30AB4}">
      <dgm:prSet/>
      <dgm:spPr/>
      <dgm:t>
        <a:bodyPr/>
        <a:lstStyle/>
        <a:p>
          <a:pPr algn="l"/>
          <a:endParaRPr lang="en-US"/>
        </a:p>
      </dgm:t>
    </dgm:pt>
    <dgm:pt modelId="{B74098FD-5786-459D-A79F-D890A17A5E72}">
      <dgm:prSet/>
      <dgm:spPr/>
      <dgm:t>
        <a:bodyPr/>
        <a:lstStyle/>
        <a:p>
          <a:pPr algn="l"/>
          <a:r>
            <a:rPr lang="it-IT" b="1" dirty="0"/>
            <a:t>Approccio: </a:t>
          </a:r>
          <a:r>
            <a:rPr lang="it-IT" b="0" dirty="0"/>
            <a:t>suddividere il testo delle recensioni in coppie di parole</a:t>
          </a:r>
          <a:endParaRPr lang="en-US" dirty="0"/>
        </a:p>
      </dgm:t>
    </dgm:pt>
    <dgm:pt modelId="{B2C18F8E-3BF7-40E5-B0D1-0D770826A530}" type="parTrans" cxnId="{D6497C6C-1E4F-4765-A555-E93980097855}">
      <dgm:prSet/>
      <dgm:spPr/>
      <dgm:t>
        <a:bodyPr/>
        <a:lstStyle/>
        <a:p>
          <a:pPr algn="l"/>
          <a:endParaRPr lang="en-US"/>
        </a:p>
      </dgm:t>
    </dgm:pt>
    <dgm:pt modelId="{DF00C396-FC45-4808-A039-AA8E310F7F01}" type="sibTrans" cxnId="{D6497C6C-1E4F-4765-A555-E93980097855}">
      <dgm:prSet/>
      <dgm:spPr/>
      <dgm:t>
        <a:bodyPr/>
        <a:lstStyle/>
        <a:p>
          <a:pPr algn="l"/>
          <a:endParaRPr lang="en-US"/>
        </a:p>
      </dgm:t>
    </dgm:pt>
    <dgm:pt modelId="{D0E69F7D-5BED-47EE-8510-168F679D5E38}">
      <dgm:prSet/>
      <dgm:spPr/>
      <dgm:t>
        <a:bodyPr/>
        <a:lstStyle/>
        <a:p>
          <a:pPr algn="l"/>
          <a:r>
            <a:rPr lang="it-IT" b="1" dirty="0"/>
            <a:t>Motivazione:</a:t>
          </a:r>
          <a:r>
            <a:rPr lang="it-IT" dirty="0"/>
            <a:t> Preservare il contesto semantico</a:t>
          </a:r>
          <a:endParaRPr lang="en-US" dirty="0"/>
        </a:p>
      </dgm:t>
    </dgm:pt>
    <dgm:pt modelId="{9845BF79-3837-4300-8E0A-386CD0F9B880}" type="parTrans" cxnId="{3F7ACB95-F54C-4A7A-8D85-40E81DD7F96F}">
      <dgm:prSet/>
      <dgm:spPr/>
      <dgm:t>
        <a:bodyPr/>
        <a:lstStyle/>
        <a:p>
          <a:pPr algn="l"/>
          <a:endParaRPr lang="en-US"/>
        </a:p>
      </dgm:t>
    </dgm:pt>
    <dgm:pt modelId="{AD092441-3F69-4992-A310-85BBE157ED14}" type="sibTrans" cxnId="{3F7ACB95-F54C-4A7A-8D85-40E81DD7F96F}">
      <dgm:prSet/>
      <dgm:spPr/>
      <dgm:t>
        <a:bodyPr/>
        <a:lstStyle/>
        <a:p>
          <a:pPr algn="l"/>
          <a:endParaRPr lang="en-US"/>
        </a:p>
      </dgm:t>
    </dgm:pt>
    <dgm:pt modelId="{FC534C18-BF3D-473A-B550-60F84DF8C583}">
      <dgm:prSet/>
      <dgm:spPr/>
      <dgm:t>
        <a:bodyPr/>
        <a:lstStyle/>
        <a:p>
          <a:pPr algn="l"/>
          <a:r>
            <a:rPr lang="it-IT" b="1" dirty="0" err="1"/>
            <a:t>Stopwords</a:t>
          </a:r>
          <a:r>
            <a:rPr lang="it-IT" b="1" dirty="0"/>
            <a:t> </a:t>
          </a:r>
          <a:r>
            <a:rPr lang="it-IT" b="1" dirty="0" err="1"/>
            <a:t>Removal</a:t>
          </a:r>
          <a:endParaRPr lang="en-US" dirty="0"/>
        </a:p>
      </dgm:t>
    </dgm:pt>
    <dgm:pt modelId="{492AF104-10B7-424E-9201-D7D922AABF6E}" type="parTrans" cxnId="{836FF512-0FA8-41D1-8910-F3A8AAA7DE40}">
      <dgm:prSet/>
      <dgm:spPr/>
      <dgm:t>
        <a:bodyPr/>
        <a:lstStyle/>
        <a:p>
          <a:pPr algn="l"/>
          <a:endParaRPr lang="en-US"/>
        </a:p>
      </dgm:t>
    </dgm:pt>
    <dgm:pt modelId="{BFD8EE90-54BF-4A93-8098-957DCB783597}" type="sibTrans" cxnId="{836FF512-0FA8-41D1-8910-F3A8AAA7DE40}">
      <dgm:prSet/>
      <dgm:spPr/>
      <dgm:t>
        <a:bodyPr/>
        <a:lstStyle/>
        <a:p>
          <a:pPr algn="l"/>
          <a:endParaRPr lang="en-US"/>
        </a:p>
      </dgm:t>
    </dgm:pt>
    <dgm:pt modelId="{0B9646AF-83BE-4382-9B39-DCA73D5B60BE}">
      <dgm:prSet/>
      <dgm:spPr/>
      <dgm:t>
        <a:bodyPr/>
        <a:lstStyle/>
        <a:p>
          <a:pPr algn="l"/>
          <a:r>
            <a:rPr lang="it-IT" b="1" dirty="0"/>
            <a:t>Filtraggio base:</a:t>
          </a:r>
          <a:r>
            <a:rPr lang="it-IT" dirty="0"/>
            <a:t> Rimozione di articoli, proposizioni e congiunzioni</a:t>
          </a:r>
          <a:endParaRPr lang="en-US" dirty="0"/>
        </a:p>
      </dgm:t>
    </dgm:pt>
    <dgm:pt modelId="{B8F1C6E0-8743-46D9-9BB9-EC1BDABEE4A2}" type="parTrans" cxnId="{0B9FEB69-EB36-4B81-A3A0-2D14DE8DF5A8}">
      <dgm:prSet/>
      <dgm:spPr/>
      <dgm:t>
        <a:bodyPr/>
        <a:lstStyle/>
        <a:p>
          <a:pPr algn="l"/>
          <a:endParaRPr lang="en-US"/>
        </a:p>
      </dgm:t>
    </dgm:pt>
    <dgm:pt modelId="{FBE752BF-5838-4D13-A452-2D9B1911A5F7}" type="sibTrans" cxnId="{0B9FEB69-EB36-4B81-A3A0-2D14DE8DF5A8}">
      <dgm:prSet/>
      <dgm:spPr/>
      <dgm:t>
        <a:bodyPr/>
        <a:lstStyle/>
        <a:p>
          <a:pPr algn="l"/>
          <a:endParaRPr lang="en-US"/>
        </a:p>
      </dgm:t>
    </dgm:pt>
    <dgm:pt modelId="{F16A7932-72AC-4913-855E-95C9EC0C328D}">
      <dgm:prSet/>
      <dgm:spPr/>
      <dgm:t>
        <a:bodyPr/>
        <a:lstStyle/>
        <a:p>
          <a:pPr algn="l"/>
          <a:r>
            <a:rPr lang="it-IT" b="1" dirty="0"/>
            <a:t>Filtraggio di contesto:</a:t>
          </a:r>
          <a:r>
            <a:rPr lang="it-IT" dirty="0"/>
            <a:t> Rimozione termini ad alta frequenza ma poco informativi specifici del contesto.</a:t>
          </a:r>
          <a:endParaRPr lang="en-US" dirty="0"/>
        </a:p>
      </dgm:t>
    </dgm:pt>
    <dgm:pt modelId="{14131561-C0FA-4F52-A165-FA4EF4C54F0D}" type="parTrans" cxnId="{557FDB4E-770E-4B0A-889C-0D48E30C3103}">
      <dgm:prSet/>
      <dgm:spPr/>
      <dgm:t>
        <a:bodyPr/>
        <a:lstStyle/>
        <a:p>
          <a:pPr algn="l"/>
          <a:endParaRPr lang="en-US"/>
        </a:p>
      </dgm:t>
    </dgm:pt>
    <dgm:pt modelId="{9DA3C5A9-7EF7-4F6C-8239-FD20BBCD2AAA}" type="sibTrans" cxnId="{557FDB4E-770E-4B0A-889C-0D48E30C3103}">
      <dgm:prSet/>
      <dgm:spPr/>
      <dgm:t>
        <a:bodyPr/>
        <a:lstStyle/>
        <a:p>
          <a:pPr algn="l"/>
          <a:endParaRPr lang="en-US"/>
        </a:p>
      </dgm:t>
    </dgm:pt>
    <dgm:pt modelId="{D37B0AFD-F07E-4E23-BCF7-E8F866745BE5}">
      <dgm:prSet/>
      <dgm:spPr/>
      <dgm:t>
        <a:bodyPr/>
        <a:lstStyle/>
        <a:p>
          <a:pPr algn="l"/>
          <a:r>
            <a:rPr lang="it-IT" b="1" dirty="0"/>
            <a:t>Output:</a:t>
          </a:r>
          <a:r>
            <a:rPr lang="it-IT" dirty="0"/>
            <a:t> Solo coppie di parole utili</a:t>
          </a:r>
          <a:endParaRPr lang="en-US" dirty="0"/>
        </a:p>
      </dgm:t>
    </dgm:pt>
    <dgm:pt modelId="{83ABF371-8A7D-4F36-AE76-6F3BB9EA19D9}" type="parTrans" cxnId="{C20F6A11-8DCA-48DF-AD28-AA28FD5697D2}">
      <dgm:prSet/>
      <dgm:spPr/>
      <dgm:t>
        <a:bodyPr/>
        <a:lstStyle/>
        <a:p>
          <a:pPr algn="l"/>
          <a:endParaRPr lang="en-US"/>
        </a:p>
      </dgm:t>
    </dgm:pt>
    <dgm:pt modelId="{171424D6-3987-457A-972B-6D631FD340F9}" type="sibTrans" cxnId="{C20F6A11-8DCA-48DF-AD28-AA28FD5697D2}">
      <dgm:prSet/>
      <dgm:spPr/>
      <dgm:t>
        <a:bodyPr/>
        <a:lstStyle/>
        <a:p>
          <a:pPr algn="l"/>
          <a:endParaRPr lang="en-US"/>
        </a:p>
      </dgm:t>
    </dgm:pt>
    <dgm:pt modelId="{1BD3C55F-7395-44CD-B024-68F2FA90EDF0}">
      <dgm:prSet/>
      <dgm:spPr/>
      <dgm:t>
        <a:bodyPr/>
        <a:lstStyle/>
        <a:p>
          <a:pPr algn="l"/>
          <a:r>
            <a:rPr lang="it-IT" b="1"/>
            <a:t>Aggregazione MapReduce</a:t>
          </a:r>
          <a:endParaRPr lang="en-US"/>
        </a:p>
      </dgm:t>
    </dgm:pt>
    <dgm:pt modelId="{50399BBC-E298-4C2A-B033-8A74AD0D17C8}" type="parTrans" cxnId="{7FA0AB0E-377F-4802-91E5-73A8CF763E44}">
      <dgm:prSet/>
      <dgm:spPr/>
      <dgm:t>
        <a:bodyPr/>
        <a:lstStyle/>
        <a:p>
          <a:pPr algn="l"/>
          <a:endParaRPr lang="en-US"/>
        </a:p>
      </dgm:t>
    </dgm:pt>
    <dgm:pt modelId="{9E7DD5CC-87BA-46D1-8209-88EA9DEF306E}" type="sibTrans" cxnId="{7FA0AB0E-377F-4802-91E5-73A8CF763E44}">
      <dgm:prSet/>
      <dgm:spPr/>
      <dgm:t>
        <a:bodyPr/>
        <a:lstStyle/>
        <a:p>
          <a:pPr algn="l"/>
          <a:endParaRPr lang="en-US"/>
        </a:p>
      </dgm:t>
    </dgm:pt>
    <dgm:pt modelId="{41A57E03-A76D-4306-8355-9AB05C49ACCD}">
      <dgm:prSet/>
      <dgm:spPr/>
      <dgm:t>
        <a:bodyPr/>
        <a:lstStyle/>
        <a:p>
          <a:pPr algn="l"/>
          <a:r>
            <a:rPr lang="it-IT" b="1" dirty="0"/>
            <a:t>Calcolo:</a:t>
          </a:r>
          <a:r>
            <a:rPr lang="it-IT" dirty="0"/>
            <a:t> Conteggio distribuito delle occorrenze delle coppie di parole</a:t>
          </a:r>
          <a:endParaRPr lang="en-US" dirty="0"/>
        </a:p>
      </dgm:t>
    </dgm:pt>
    <dgm:pt modelId="{30DF7BE1-F0E0-432A-B3A3-D691AECC9A06}" type="parTrans" cxnId="{C3E55ECD-E2BB-450A-8DEB-028C432720E1}">
      <dgm:prSet/>
      <dgm:spPr/>
      <dgm:t>
        <a:bodyPr/>
        <a:lstStyle/>
        <a:p>
          <a:pPr algn="l"/>
          <a:endParaRPr lang="en-US"/>
        </a:p>
      </dgm:t>
    </dgm:pt>
    <dgm:pt modelId="{CBFC2F3D-75D7-4FFB-A21D-4659670829F3}" type="sibTrans" cxnId="{C3E55ECD-E2BB-450A-8DEB-028C432720E1}">
      <dgm:prSet/>
      <dgm:spPr/>
      <dgm:t>
        <a:bodyPr/>
        <a:lstStyle/>
        <a:p>
          <a:pPr algn="l"/>
          <a:endParaRPr lang="en-US"/>
        </a:p>
      </dgm:t>
    </dgm:pt>
    <dgm:pt modelId="{65F8FE36-47EA-4901-A6C5-A932D66CA951}">
      <dgm:prSet/>
      <dgm:spPr/>
      <dgm:t>
        <a:bodyPr/>
        <a:lstStyle/>
        <a:p>
          <a:pPr algn="l"/>
          <a:r>
            <a:rPr lang="en-US" b="1" dirty="0" err="1"/>
            <a:t>Salvataggio</a:t>
          </a:r>
          <a:r>
            <a:rPr lang="en-US" b="0" dirty="0"/>
            <a:t> </a:t>
          </a:r>
          <a:r>
            <a:rPr lang="en-US" b="1" dirty="0"/>
            <a:t>ed </a:t>
          </a:r>
          <a:r>
            <a:rPr lang="en-US" b="1" dirty="0" err="1"/>
            <a:t>esportazione</a:t>
          </a:r>
          <a:endParaRPr lang="en-US" b="1" dirty="0"/>
        </a:p>
      </dgm:t>
    </dgm:pt>
    <dgm:pt modelId="{FF24EB2D-A52A-4575-8062-78A41D920739}" type="parTrans" cxnId="{E4644844-3EEF-459E-AFB2-2E94404643E3}">
      <dgm:prSet/>
      <dgm:spPr/>
      <dgm:t>
        <a:bodyPr/>
        <a:lstStyle/>
        <a:p>
          <a:pPr algn="l"/>
          <a:endParaRPr lang="en-US"/>
        </a:p>
      </dgm:t>
    </dgm:pt>
    <dgm:pt modelId="{1B3904D4-9F99-4E47-8299-18857C3B3ECF}" type="sibTrans" cxnId="{E4644844-3EEF-459E-AFB2-2E94404643E3}">
      <dgm:prSet/>
      <dgm:spPr/>
      <dgm:t>
        <a:bodyPr/>
        <a:lstStyle/>
        <a:p>
          <a:pPr algn="l"/>
          <a:endParaRPr lang="en-US"/>
        </a:p>
      </dgm:t>
    </dgm:pt>
    <dgm:pt modelId="{93331CF4-A746-468B-8C11-9DFB8FD0B69F}" type="pres">
      <dgm:prSet presAssocID="{61B86C4F-B00C-47E5-98BA-1CBC55F510B6}" presName="Name0" presStyleCnt="0">
        <dgm:presLayoutVars>
          <dgm:dir/>
          <dgm:animLvl val="lvl"/>
          <dgm:resizeHandles val="exact"/>
        </dgm:presLayoutVars>
      </dgm:prSet>
      <dgm:spPr/>
    </dgm:pt>
    <dgm:pt modelId="{803B9503-1AAA-4EA3-9B7E-D4F71479314E}" type="pres">
      <dgm:prSet presAssocID="{61B86C4F-B00C-47E5-98BA-1CBC55F510B6}" presName="dummy" presStyleCnt="0"/>
      <dgm:spPr/>
    </dgm:pt>
    <dgm:pt modelId="{1E1B630E-1F69-4595-BA1D-9A7FEB16E6A8}" type="pres">
      <dgm:prSet presAssocID="{61B86C4F-B00C-47E5-98BA-1CBC55F510B6}" presName="linH" presStyleCnt="0"/>
      <dgm:spPr/>
    </dgm:pt>
    <dgm:pt modelId="{D526E0F7-09E1-4DCD-91E8-FAC97731F2D9}" type="pres">
      <dgm:prSet presAssocID="{61B86C4F-B00C-47E5-98BA-1CBC55F510B6}" presName="padding1" presStyleCnt="0"/>
      <dgm:spPr/>
    </dgm:pt>
    <dgm:pt modelId="{466D25F0-B904-4ADB-91C7-37177886C6C8}" type="pres">
      <dgm:prSet presAssocID="{150C9D06-B6FD-4222-845B-3F6E8BBB72EC}" presName="linV" presStyleCnt="0"/>
      <dgm:spPr/>
    </dgm:pt>
    <dgm:pt modelId="{D8D03701-9574-4C4F-9B85-5400E00EC2F3}" type="pres">
      <dgm:prSet presAssocID="{150C9D06-B6FD-4222-845B-3F6E8BBB72EC}" presName="spVertical1" presStyleCnt="0"/>
      <dgm:spPr/>
    </dgm:pt>
    <dgm:pt modelId="{A231D25E-5976-40F2-9B6B-157CD57E9B20}" type="pres">
      <dgm:prSet presAssocID="{150C9D06-B6FD-4222-845B-3F6E8BBB72EC}" presName="parTx" presStyleLbl="revTx" presStyleIdx="0" presStyleCnt="8">
        <dgm:presLayoutVars>
          <dgm:chMax val="0"/>
          <dgm:chPref val="0"/>
          <dgm:bulletEnabled val="1"/>
        </dgm:presLayoutVars>
      </dgm:prSet>
      <dgm:spPr/>
    </dgm:pt>
    <dgm:pt modelId="{4568A4E5-D391-44CC-BA3F-F6D95CCD3275}" type="pres">
      <dgm:prSet presAssocID="{150C9D06-B6FD-4222-845B-3F6E8BBB72EC}" presName="spVertical2" presStyleCnt="0"/>
      <dgm:spPr/>
    </dgm:pt>
    <dgm:pt modelId="{B0305F19-7E63-4CC8-8173-75A89975F576}" type="pres">
      <dgm:prSet presAssocID="{150C9D06-B6FD-4222-845B-3F6E8BBB72EC}" presName="spVertical3" presStyleCnt="0"/>
      <dgm:spPr/>
    </dgm:pt>
    <dgm:pt modelId="{226C86D5-9BB0-4EC1-B9C1-712B8C4D493B}" type="pres">
      <dgm:prSet presAssocID="{150C9D06-B6FD-4222-845B-3F6E8BBB72EC}" presName="desTx" presStyleLbl="revTx" presStyleIdx="1" presStyleCnt="8">
        <dgm:presLayoutVars>
          <dgm:bulletEnabled val="1"/>
        </dgm:presLayoutVars>
      </dgm:prSet>
      <dgm:spPr/>
    </dgm:pt>
    <dgm:pt modelId="{66A2FF6D-41D4-4D08-BB83-732AE7207FFF}" type="pres">
      <dgm:prSet presAssocID="{6F253451-A320-4BE2-96DD-A7618F9F3EE0}" presName="space" presStyleCnt="0"/>
      <dgm:spPr/>
    </dgm:pt>
    <dgm:pt modelId="{BBA45BFC-63EC-4325-B14B-3729D9A7AB18}" type="pres">
      <dgm:prSet presAssocID="{D46DD437-FFD1-4DD1-A740-E84BDBEB0A10}" presName="linV" presStyleCnt="0"/>
      <dgm:spPr/>
    </dgm:pt>
    <dgm:pt modelId="{ADCDFC54-634F-4F96-8543-CCC04CDCBD18}" type="pres">
      <dgm:prSet presAssocID="{D46DD437-FFD1-4DD1-A740-E84BDBEB0A10}" presName="spVertical1" presStyleCnt="0"/>
      <dgm:spPr/>
    </dgm:pt>
    <dgm:pt modelId="{4F2F3A95-9C38-4EC4-B68F-D999D42C91D2}" type="pres">
      <dgm:prSet presAssocID="{D46DD437-FFD1-4DD1-A740-E84BDBEB0A10}" presName="parTx" presStyleLbl="revTx" presStyleIdx="2" presStyleCnt="8">
        <dgm:presLayoutVars>
          <dgm:chMax val="0"/>
          <dgm:chPref val="0"/>
          <dgm:bulletEnabled val="1"/>
        </dgm:presLayoutVars>
      </dgm:prSet>
      <dgm:spPr/>
    </dgm:pt>
    <dgm:pt modelId="{092EA2D8-8BC2-4B93-AD16-16BB0CDA2AE9}" type="pres">
      <dgm:prSet presAssocID="{D46DD437-FFD1-4DD1-A740-E84BDBEB0A10}" presName="spVertical2" presStyleCnt="0"/>
      <dgm:spPr/>
    </dgm:pt>
    <dgm:pt modelId="{362A86AE-AA57-4995-9EFA-B0BF16E6D93A}" type="pres">
      <dgm:prSet presAssocID="{D46DD437-FFD1-4DD1-A740-E84BDBEB0A10}" presName="spVertical3" presStyleCnt="0"/>
      <dgm:spPr/>
    </dgm:pt>
    <dgm:pt modelId="{3F49D824-B696-4EBD-8555-243546CB9537}" type="pres">
      <dgm:prSet presAssocID="{D46DD437-FFD1-4DD1-A740-E84BDBEB0A10}" presName="desTx" presStyleLbl="revTx" presStyleIdx="3" presStyleCnt="8">
        <dgm:presLayoutVars>
          <dgm:bulletEnabled val="1"/>
        </dgm:presLayoutVars>
      </dgm:prSet>
      <dgm:spPr/>
    </dgm:pt>
    <dgm:pt modelId="{DD5F5E4F-4FC1-4555-97B2-958E38815AD7}" type="pres">
      <dgm:prSet presAssocID="{2552F0D0-DFE7-4CD0-B250-D49595FDF2B3}" presName="space" presStyleCnt="0"/>
      <dgm:spPr/>
    </dgm:pt>
    <dgm:pt modelId="{D4CE49E1-0ACB-4D10-AD21-8514FF1CE408}" type="pres">
      <dgm:prSet presAssocID="{FC534C18-BF3D-473A-B550-60F84DF8C583}" presName="linV" presStyleCnt="0"/>
      <dgm:spPr/>
    </dgm:pt>
    <dgm:pt modelId="{72F47416-D62E-48A7-8A0D-795886549DB1}" type="pres">
      <dgm:prSet presAssocID="{FC534C18-BF3D-473A-B550-60F84DF8C583}" presName="spVertical1" presStyleCnt="0"/>
      <dgm:spPr/>
    </dgm:pt>
    <dgm:pt modelId="{C901A7DC-005E-40D8-974D-25AA37B3523A}" type="pres">
      <dgm:prSet presAssocID="{FC534C18-BF3D-473A-B550-60F84DF8C583}" presName="parTx" presStyleLbl="revTx" presStyleIdx="4" presStyleCnt="8">
        <dgm:presLayoutVars>
          <dgm:chMax val="0"/>
          <dgm:chPref val="0"/>
          <dgm:bulletEnabled val="1"/>
        </dgm:presLayoutVars>
      </dgm:prSet>
      <dgm:spPr/>
    </dgm:pt>
    <dgm:pt modelId="{AAE58E6F-2055-4915-8D22-282D085D6AFA}" type="pres">
      <dgm:prSet presAssocID="{FC534C18-BF3D-473A-B550-60F84DF8C583}" presName="spVertical2" presStyleCnt="0"/>
      <dgm:spPr/>
    </dgm:pt>
    <dgm:pt modelId="{D8F016AF-8D41-4027-B970-A918BAB7BC56}" type="pres">
      <dgm:prSet presAssocID="{FC534C18-BF3D-473A-B550-60F84DF8C583}" presName="spVertical3" presStyleCnt="0"/>
      <dgm:spPr/>
    </dgm:pt>
    <dgm:pt modelId="{8A30E715-6168-49DC-AB6B-CE2665F37521}" type="pres">
      <dgm:prSet presAssocID="{FC534C18-BF3D-473A-B550-60F84DF8C583}" presName="desTx" presStyleLbl="revTx" presStyleIdx="5" presStyleCnt="8">
        <dgm:presLayoutVars>
          <dgm:bulletEnabled val="1"/>
        </dgm:presLayoutVars>
      </dgm:prSet>
      <dgm:spPr/>
    </dgm:pt>
    <dgm:pt modelId="{9C877AC0-21E0-4EAF-9537-87730B00AF4C}" type="pres">
      <dgm:prSet presAssocID="{BFD8EE90-54BF-4A93-8098-957DCB783597}" presName="space" presStyleCnt="0"/>
      <dgm:spPr/>
    </dgm:pt>
    <dgm:pt modelId="{69581A74-3329-4467-BC8C-5A0085EDF3E3}" type="pres">
      <dgm:prSet presAssocID="{1BD3C55F-7395-44CD-B024-68F2FA90EDF0}" presName="linV" presStyleCnt="0"/>
      <dgm:spPr/>
    </dgm:pt>
    <dgm:pt modelId="{93E69C8E-EE66-45B7-9D80-25683CDAAC1D}" type="pres">
      <dgm:prSet presAssocID="{1BD3C55F-7395-44CD-B024-68F2FA90EDF0}" presName="spVertical1" presStyleCnt="0"/>
      <dgm:spPr/>
    </dgm:pt>
    <dgm:pt modelId="{095D2C15-6F43-4DFE-9E36-2A77E47B4940}" type="pres">
      <dgm:prSet presAssocID="{1BD3C55F-7395-44CD-B024-68F2FA90EDF0}" presName="parTx" presStyleLbl="revTx" presStyleIdx="6" presStyleCnt="8">
        <dgm:presLayoutVars>
          <dgm:chMax val="0"/>
          <dgm:chPref val="0"/>
          <dgm:bulletEnabled val="1"/>
        </dgm:presLayoutVars>
      </dgm:prSet>
      <dgm:spPr/>
    </dgm:pt>
    <dgm:pt modelId="{5C4173FF-ABB6-4C99-BB21-34BADAEF8B83}" type="pres">
      <dgm:prSet presAssocID="{1BD3C55F-7395-44CD-B024-68F2FA90EDF0}" presName="spVertical2" presStyleCnt="0"/>
      <dgm:spPr/>
    </dgm:pt>
    <dgm:pt modelId="{4496D045-8E44-4A0A-AA82-BF2D179BD521}" type="pres">
      <dgm:prSet presAssocID="{1BD3C55F-7395-44CD-B024-68F2FA90EDF0}" presName="spVertical3" presStyleCnt="0"/>
      <dgm:spPr/>
    </dgm:pt>
    <dgm:pt modelId="{9D196266-D08A-4337-A122-6F206D0BF9FE}" type="pres">
      <dgm:prSet presAssocID="{1BD3C55F-7395-44CD-B024-68F2FA90EDF0}" presName="desTx" presStyleLbl="revTx" presStyleIdx="7" presStyleCnt="8">
        <dgm:presLayoutVars>
          <dgm:bulletEnabled val="1"/>
        </dgm:presLayoutVars>
      </dgm:prSet>
      <dgm:spPr/>
    </dgm:pt>
    <dgm:pt modelId="{DEC3B485-459C-4634-B5AD-AB0B9D700B59}" type="pres">
      <dgm:prSet presAssocID="{61B86C4F-B00C-47E5-98BA-1CBC55F510B6}" presName="padding2" presStyleCnt="0"/>
      <dgm:spPr/>
    </dgm:pt>
    <dgm:pt modelId="{A5A1F82D-3522-4B2C-A3EF-1EA0C8F5AF86}" type="pres">
      <dgm:prSet presAssocID="{61B86C4F-B00C-47E5-98BA-1CBC55F510B6}" presName="negArrow" presStyleCnt="0"/>
      <dgm:spPr/>
    </dgm:pt>
    <dgm:pt modelId="{C137D2AF-0976-48BA-98AB-ACD96457D15F}" type="pres">
      <dgm:prSet presAssocID="{61B86C4F-B00C-47E5-98BA-1CBC55F510B6}" presName="backgroundArrow" presStyleLbl="node1" presStyleIdx="0" presStyleCnt="1"/>
      <dgm:spPr/>
    </dgm:pt>
  </dgm:ptLst>
  <dgm:cxnLst>
    <dgm:cxn modelId="{EC8C680D-FB90-4BAB-88ED-D321536B31CA}" srcId="{150C9D06-B6FD-4222-845B-3F6E8BBB72EC}" destId="{6B9FF0EA-C17E-4CE8-9294-FB45873D4C8F}" srcOrd="2" destOrd="0" parTransId="{2920CF28-AC4F-4C57-80A0-EE50A50080D6}" sibTransId="{2CE8B7E9-B47E-4079-A911-6C55311E2110}"/>
    <dgm:cxn modelId="{7FA0AB0E-377F-4802-91E5-73A8CF763E44}" srcId="{61B86C4F-B00C-47E5-98BA-1CBC55F510B6}" destId="{1BD3C55F-7395-44CD-B024-68F2FA90EDF0}" srcOrd="3" destOrd="0" parTransId="{50399BBC-E298-4C2A-B033-8A74AD0D17C8}" sibTransId="{9E7DD5CC-87BA-46D1-8209-88EA9DEF306E}"/>
    <dgm:cxn modelId="{C20F6A11-8DCA-48DF-AD28-AA28FD5697D2}" srcId="{FC534C18-BF3D-473A-B550-60F84DF8C583}" destId="{D37B0AFD-F07E-4E23-BCF7-E8F866745BE5}" srcOrd="2" destOrd="0" parTransId="{83ABF371-8A7D-4F36-AE76-6F3BB9EA19D9}" sibTransId="{171424D6-3987-457A-972B-6D631FD340F9}"/>
    <dgm:cxn modelId="{836FF512-0FA8-41D1-8910-F3A8AAA7DE40}" srcId="{61B86C4F-B00C-47E5-98BA-1CBC55F510B6}" destId="{FC534C18-BF3D-473A-B550-60F84DF8C583}" srcOrd="2" destOrd="0" parTransId="{492AF104-10B7-424E-9201-D7D922AABF6E}" sibTransId="{BFD8EE90-54BF-4A93-8098-957DCB783597}"/>
    <dgm:cxn modelId="{86FE0215-F99E-45F7-9127-9275BDAE3E24}" type="presOf" srcId="{D0E69F7D-5BED-47EE-8510-168F679D5E38}" destId="{3F49D824-B696-4EBD-8555-243546CB9537}" srcOrd="0" destOrd="1" presId="urn:microsoft.com/office/officeart/2005/8/layout/hProcess3"/>
    <dgm:cxn modelId="{24DC9D22-C926-4D9D-997A-46B1F94AB0C4}" type="presOf" srcId="{FC534C18-BF3D-473A-B550-60F84DF8C583}" destId="{C901A7DC-005E-40D8-974D-25AA37B3523A}" srcOrd="0" destOrd="0" presId="urn:microsoft.com/office/officeart/2005/8/layout/hProcess3"/>
    <dgm:cxn modelId="{D7A63A27-4009-48EB-B612-1E51F9BCB2E3}" type="presOf" srcId="{D37B0AFD-F07E-4E23-BCF7-E8F866745BE5}" destId="{8A30E715-6168-49DC-AB6B-CE2665F37521}" srcOrd="0" destOrd="2" presId="urn:microsoft.com/office/officeart/2005/8/layout/hProcess3"/>
    <dgm:cxn modelId="{E4644844-3EEF-459E-AFB2-2E94404643E3}" srcId="{1BD3C55F-7395-44CD-B024-68F2FA90EDF0}" destId="{65F8FE36-47EA-4901-A6C5-A932D66CA951}" srcOrd="1" destOrd="0" parTransId="{FF24EB2D-A52A-4575-8062-78A41D920739}" sibTransId="{1B3904D4-9F99-4E47-8299-18857C3B3ECF}"/>
    <dgm:cxn modelId="{1CC88644-39F9-446B-B94B-20D9017C2B00}" type="presOf" srcId="{1BD3C55F-7395-44CD-B024-68F2FA90EDF0}" destId="{095D2C15-6F43-4DFE-9E36-2A77E47B4940}" srcOrd="0" destOrd="0" presId="urn:microsoft.com/office/officeart/2005/8/layout/hProcess3"/>
    <dgm:cxn modelId="{6A558C46-0457-4FF6-B17D-9C1D9636B9CC}" type="presOf" srcId="{4B52329F-E1E1-428F-9BD3-2D128A36CFA2}" destId="{226C86D5-9BB0-4EC1-B9C1-712B8C4D493B}" srcOrd="0" destOrd="0" presId="urn:microsoft.com/office/officeart/2005/8/layout/hProcess3"/>
    <dgm:cxn modelId="{0B9FEB69-EB36-4B81-A3A0-2D14DE8DF5A8}" srcId="{FC534C18-BF3D-473A-B550-60F84DF8C583}" destId="{0B9646AF-83BE-4382-9B39-DCA73D5B60BE}" srcOrd="0" destOrd="0" parTransId="{B8F1C6E0-8743-46D9-9BB9-EC1BDABEE4A2}" sibTransId="{FBE752BF-5838-4D13-A452-2D9B1911A5F7}"/>
    <dgm:cxn modelId="{D6497C6C-1E4F-4765-A555-E93980097855}" srcId="{D46DD437-FFD1-4DD1-A740-E84BDBEB0A10}" destId="{B74098FD-5786-459D-A79F-D890A17A5E72}" srcOrd="0" destOrd="0" parTransId="{B2C18F8E-3BF7-40E5-B0D1-0D770826A530}" sibTransId="{DF00C396-FC45-4808-A039-AA8E310F7F01}"/>
    <dgm:cxn modelId="{557FDB4E-770E-4B0A-889C-0D48E30C3103}" srcId="{FC534C18-BF3D-473A-B550-60F84DF8C583}" destId="{F16A7932-72AC-4913-855E-95C9EC0C328D}" srcOrd="1" destOrd="0" parTransId="{14131561-C0FA-4F52-A165-FA4EF4C54F0D}" sibTransId="{9DA3C5A9-7EF7-4F6C-8239-FD20BBCD2AAA}"/>
    <dgm:cxn modelId="{43FCAF53-8B93-4A1B-885F-D6247E4D3DC2}" type="presOf" srcId="{D46DD437-FFD1-4DD1-A740-E84BDBEB0A10}" destId="{4F2F3A95-9C38-4EC4-B68F-D999D42C91D2}" srcOrd="0" destOrd="0" presId="urn:microsoft.com/office/officeart/2005/8/layout/hProcess3"/>
    <dgm:cxn modelId="{8C5F3D57-4F96-40E1-964D-F9F67510316C}" type="presOf" srcId="{8BDD8C66-BD95-41CF-90F8-66276BD02BCA}" destId="{226C86D5-9BB0-4EC1-B9C1-712B8C4D493B}" srcOrd="0" destOrd="1" presId="urn:microsoft.com/office/officeart/2005/8/layout/hProcess3"/>
    <dgm:cxn modelId="{1B71A658-BC4D-47D5-9F08-0EFD519C959A}" type="presOf" srcId="{6B9FF0EA-C17E-4CE8-9294-FB45873D4C8F}" destId="{226C86D5-9BB0-4EC1-B9C1-712B8C4D493B}" srcOrd="0" destOrd="2" presId="urn:microsoft.com/office/officeart/2005/8/layout/hProcess3"/>
    <dgm:cxn modelId="{39A4A57E-27DD-4340-8976-84CD20398E4A}" srcId="{61B86C4F-B00C-47E5-98BA-1CBC55F510B6}" destId="{150C9D06-B6FD-4222-845B-3F6E8BBB72EC}" srcOrd="0" destOrd="0" parTransId="{F7514A32-D881-4F26-BEF6-E80F20F007E6}" sibTransId="{6F253451-A320-4BE2-96DD-A7618F9F3EE0}"/>
    <dgm:cxn modelId="{BDF4687F-E2E2-4577-808A-A18325DDDCD0}" type="presOf" srcId="{0B9646AF-83BE-4382-9B39-DCA73D5B60BE}" destId="{8A30E715-6168-49DC-AB6B-CE2665F37521}" srcOrd="0" destOrd="0" presId="urn:microsoft.com/office/officeart/2005/8/layout/hProcess3"/>
    <dgm:cxn modelId="{656B7295-7C5A-4E4D-9968-CCA89EBBE0E9}" type="presOf" srcId="{B74098FD-5786-459D-A79F-D890A17A5E72}" destId="{3F49D824-B696-4EBD-8555-243546CB9537}" srcOrd="0" destOrd="0" presId="urn:microsoft.com/office/officeart/2005/8/layout/hProcess3"/>
    <dgm:cxn modelId="{3F7ACB95-F54C-4A7A-8D85-40E81DD7F96F}" srcId="{D46DD437-FFD1-4DD1-A740-E84BDBEB0A10}" destId="{D0E69F7D-5BED-47EE-8510-168F679D5E38}" srcOrd="1" destOrd="0" parTransId="{9845BF79-3837-4300-8E0A-386CD0F9B880}" sibTransId="{AD092441-3F69-4992-A310-85BBE157ED14}"/>
    <dgm:cxn modelId="{490B3B98-4316-4F82-A50D-0F34C0E7CD8A}" srcId="{150C9D06-B6FD-4222-845B-3F6E8BBB72EC}" destId="{4B52329F-E1E1-428F-9BD3-2D128A36CFA2}" srcOrd="0" destOrd="0" parTransId="{DA190A79-A1A9-475A-B6AE-0275972EA8BC}" sibTransId="{B8D43D27-96B9-49E7-A3B4-1FE7A7A936EE}"/>
    <dgm:cxn modelId="{629CDAB2-6DF2-45CD-8C74-A316F1B0E2FF}" type="presOf" srcId="{41A57E03-A76D-4306-8355-9AB05C49ACCD}" destId="{9D196266-D08A-4337-A122-6F206D0BF9FE}" srcOrd="0" destOrd="0" presId="urn:microsoft.com/office/officeart/2005/8/layout/hProcess3"/>
    <dgm:cxn modelId="{992214B3-D62F-4491-9BCB-4B62CEFC4552}" type="presOf" srcId="{F16A7932-72AC-4913-855E-95C9EC0C328D}" destId="{8A30E715-6168-49DC-AB6B-CE2665F37521}" srcOrd="0" destOrd="1" presId="urn:microsoft.com/office/officeart/2005/8/layout/hProcess3"/>
    <dgm:cxn modelId="{B599EDC4-802B-4B9D-9A06-8732D8584DD1}" type="presOf" srcId="{65F8FE36-47EA-4901-A6C5-A932D66CA951}" destId="{9D196266-D08A-4337-A122-6F206D0BF9FE}" srcOrd="0" destOrd="1" presId="urn:microsoft.com/office/officeart/2005/8/layout/hProcess3"/>
    <dgm:cxn modelId="{2CCC34CD-47E6-4F08-B0FD-34D45F810A8E}" srcId="{150C9D06-B6FD-4222-845B-3F6E8BBB72EC}" destId="{8BDD8C66-BD95-41CF-90F8-66276BD02BCA}" srcOrd="1" destOrd="0" parTransId="{B419C5CB-2A82-40E0-8208-60366F7B7E65}" sibTransId="{5AD5135C-71B8-49E4-A816-816541DCEB81}"/>
    <dgm:cxn modelId="{C3E55ECD-E2BB-450A-8DEB-028C432720E1}" srcId="{1BD3C55F-7395-44CD-B024-68F2FA90EDF0}" destId="{41A57E03-A76D-4306-8355-9AB05C49ACCD}" srcOrd="0" destOrd="0" parTransId="{30DF7BE1-F0E0-432A-B3A3-D691AECC9A06}" sibTransId="{CBFC2F3D-75D7-4FFB-A21D-4659670829F3}"/>
    <dgm:cxn modelId="{052087D4-096C-4B2A-A610-9DFF14378C56}" type="presOf" srcId="{150C9D06-B6FD-4222-845B-3F6E8BBB72EC}" destId="{A231D25E-5976-40F2-9B6B-157CD57E9B20}" srcOrd="0" destOrd="0" presId="urn:microsoft.com/office/officeart/2005/8/layout/hProcess3"/>
    <dgm:cxn modelId="{9308D4EF-EC05-459B-AAF7-7C8645A30AB4}" srcId="{61B86C4F-B00C-47E5-98BA-1CBC55F510B6}" destId="{D46DD437-FFD1-4DD1-A740-E84BDBEB0A10}" srcOrd="1" destOrd="0" parTransId="{EDD7B021-2FEF-4238-8FED-477D5A4FFBBD}" sibTransId="{2552F0D0-DFE7-4CD0-B250-D49595FDF2B3}"/>
    <dgm:cxn modelId="{04C761F7-0EEC-4FE0-AF78-7D8C5DC56D88}" type="presOf" srcId="{61B86C4F-B00C-47E5-98BA-1CBC55F510B6}" destId="{93331CF4-A746-468B-8C11-9DFB8FD0B69F}" srcOrd="0" destOrd="0" presId="urn:microsoft.com/office/officeart/2005/8/layout/hProcess3"/>
    <dgm:cxn modelId="{C1E50339-041E-4446-B43F-25EE50DFADDE}" type="presParOf" srcId="{93331CF4-A746-468B-8C11-9DFB8FD0B69F}" destId="{803B9503-1AAA-4EA3-9B7E-D4F71479314E}" srcOrd="0" destOrd="0" presId="urn:microsoft.com/office/officeart/2005/8/layout/hProcess3"/>
    <dgm:cxn modelId="{7EFB2D92-D855-47AB-A001-C063CC91CDBA}" type="presParOf" srcId="{93331CF4-A746-468B-8C11-9DFB8FD0B69F}" destId="{1E1B630E-1F69-4595-BA1D-9A7FEB16E6A8}" srcOrd="1" destOrd="0" presId="urn:microsoft.com/office/officeart/2005/8/layout/hProcess3"/>
    <dgm:cxn modelId="{7C0D9E85-EEB7-4DB5-B1EF-4637F00FF87D}" type="presParOf" srcId="{1E1B630E-1F69-4595-BA1D-9A7FEB16E6A8}" destId="{D526E0F7-09E1-4DCD-91E8-FAC97731F2D9}" srcOrd="0" destOrd="0" presId="urn:microsoft.com/office/officeart/2005/8/layout/hProcess3"/>
    <dgm:cxn modelId="{EBE900F6-055B-4DE1-81FD-6227EA7ECF21}" type="presParOf" srcId="{1E1B630E-1F69-4595-BA1D-9A7FEB16E6A8}" destId="{466D25F0-B904-4ADB-91C7-37177886C6C8}" srcOrd="1" destOrd="0" presId="urn:microsoft.com/office/officeart/2005/8/layout/hProcess3"/>
    <dgm:cxn modelId="{05CEDE68-9F17-4A14-93BD-93CF08C238C4}" type="presParOf" srcId="{466D25F0-B904-4ADB-91C7-37177886C6C8}" destId="{D8D03701-9574-4C4F-9B85-5400E00EC2F3}" srcOrd="0" destOrd="0" presId="urn:microsoft.com/office/officeart/2005/8/layout/hProcess3"/>
    <dgm:cxn modelId="{58C70948-AE67-4FD7-9CDA-97C0E34986EF}" type="presParOf" srcId="{466D25F0-B904-4ADB-91C7-37177886C6C8}" destId="{A231D25E-5976-40F2-9B6B-157CD57E9B20}" srcOrd="1" destOrd="0" presId="urn:microsoft.com/office/officeart/2005/8/layout/hProcess3"/>
    <dgm:cxn modelId="{87D23E3C-3B49-4787-A3E4-A717D14BA886}" type="presParOf" srcId="{466D25F0-B904-4ADB-91C7-37177886C6C8}" destId="{4568A4E5-D391-44CC-BA3F-F6D95CCD3275}" srcOrd="2" destOrd="0" presId="urn:microsoft.com/office/officeart/2005/8/layout/hProcess3"/>
    <dgm:cxn modelId="{80A5BC3B-4DB6-4E48-8ACA-6253D812CE6F}" type="presParOf" srcId="{466D25F0-B904-4ADB-91C7-37177886C6C8}" destId="{B0305F19-7E63-4CC8-8173-75A89975F576}" srcOrd="3" destOrd="0" presId="urn:microsoft.com/office/officeart/2005/8/layout/hProcess3"/>
    <dgm:cxn modelId="{04C2444E-483F-4D88-9794-E8A3FF0462E2}" type="presParOf" srcId="{466D25F0-B904-4ADB-91C7-37177886C6C8}" destId="{226C86D5-9BB0-4EC1-B9C1-712B8C4D493B}" srcOrd="4" destOrd="0" presId="urn:microsoft.com/office/officeart/2005/8/layout/hProcess3"/>
    <dgm:cxn modelId="{332B720A-27C4-4945-90FC-2FE64469D0BB}" type="presParOf" srcId="{1E1B630E-1F69-4595-BA1D-9A7FEB16E6A8}" destId="{66A2FF6D-41D4-4D08-BB83-732AE7207FFF}" srcOrd="2" destOrd="0" presId="urn:microsoft.com/office/officeart/2005/8/layout/hProcess3"/>
    <dgm:cxn modelId="{F5B8AB45-018B-43E4-8154-7882BF979CFE}" type="presParOf" srcId="{1E1B630E-1F69-4595-BA1D-9A7FEB16E6A8}" destId="{BBA45BFC-63EC-4325-B14B-3729D9A7AB18}" srcOrd="3" destOrd="0" presId="urn:microsoft.com/office/officeart/2005/8/layout/hProcess3"/>
    <dgm:cxn modelId="{0C22A5ED-BE38-4C6D-8505-9F29CFCEF237}" type="presParOf" srcId="{BBA45BFC-63EC-4325-B14B-3729D9A7AB18}" destId="{ADCDFC54-634F-4F96-8543-CCC04CDCBD18}" srcOrd="0" destOrd="0" presId="urn:microsoft.com/office/officeart/2005/8/layout/hProcess3"/>
    <dgm:cxn modelId="{D048A647-0B47-48A6-A185-2738413632A7}" type="presParOf" srcId="{BBA45BFC-63EC-4325-B14B-3729D9A7AB18}" destId="{4F2F3A95-9C38-4EC4-B68F-D999D42C91D2}" srcOrd="1" destOrd="0" presId="urn:microsoft.com/office/officeart/2005/8/layout/hProcess3"/>
    <dgm:cxn modelId="{8579B864-E91C-4CBA-AFE4-9D1DFBE7293A}" type="presParOf" srcId="{BBA45BFC-63EC-4325-B14B-3729D9A7AB18}" destId="{092EA2D8-8BC2-4B93-AD16-16BB0CDA2AE9}" srcOrd="2" destOrd="0" presId="urn:microsoft.com/office/officeart/2005/8/layout/hProcess3"/>
    <dgm:cxn modelId="{EC65260D-38B2-41F1-9A72-A935A7BC5AB8}" type="presParOf" srcId="{BBA45BFC-63EC-4325-B14B-3729D9A7AB18}" destId="{362A86AE-AA57-4995-9EFA-B0BF16E6D93A}" srcOrd="3" destOrd="0" presId="urn:microsoft.com/office/officeart/2005/8/layout/hProcess3"/>
    <dgm:cxn modelId="{78C43E45-7C49-488B-B31F-585452F7044C}" type="presParOf" srcId="{BBA45BFC-63EC-4325-B14B-3729D9A7AB18}" destId="{3F49D824-B696-4EBD-8555-243546CB9537}" srcOrd="4" destOrd="0" presId="urn:microsoft.com/office/officeart/2005/8/layout/hProcess3"/>
    <dgm:cxn modelId="{5573E3C6-E607-497A-8F8E-26E5BA5E90E4}" type="presParOf" srcId="{1E1B630E-1F69-4595-BA1D-9A7FEB16E6A8}" destId="{DD5F5E4F-4FC1-4555-97B2-958E38815AD7}" srcOrd="4" destOrd="0" presId="urn:microsoft.com/office/officeart/2005/8/layout/hProcess3"/>
    <dgm:cxn modelId="{42398F44-25E2-4CCC-8833-B3EE24B7670D}" type="presParOf" srcId="{1E1B630E-1F69-4595-BA1D-9A7FEB16E6A8}" destId="{D4CE49E1-0ACB-4D10-AD21-8514FF1CE408}" srcOrd="5" destOrd="0" presId="urn:microsoft.com/office/officeart/2005/8/layout/hProcess3"/>
    <dgm:cxn modelId="{2FB6A5CF-6B0E-4B3D-8D50-D171C79D9382}" type="presParOf" srcId="{D4CE49E1-0ACB-4D10-AD21-8514FF1CE408}" destId="{72F47416-D62E-48A7-8A0D-795886549DB1}" srcOrd="0" destOrd="0" presId="urn:microsoft.com/office/officeart/2005/8/layout/hProcess3"/>
    <dgm:cxn modelId="{BC03D75A-4313-4606-AC1C-911738002F4C}" type="presParOf" srcId="{D4CE49E1-0ACB-4D10-AD21-8514FF1CE408}" destId="{C901A7DC-005E-40D8-974D-25AA37B3523A}" srcOrd="1" destOrd="0" presId="urn:microsoft.com/office/officeart/2005/8/layout/hProcess3"/>
    <dgm:cxn modelId="{0D4E1AC2-EFC6-46CA-8532-71C55B09BD8A}" type="presParOf" srcId="{D4CE49E1-0ACB-4D10-AD21-8514FF1CE408}" destId="{AAE58E6F-2055-4915-8D22-282D085D6AFA}" srcOrd="2" destOrd="0" presId="urn:microsoft.com/office/officeart/2005/8/layout/hProcess3"/>
    <dgm:cxn modelId="{9FA10C19-037A-4389-A494-388F197022F5}" type="presParOf" srcId="{D4CE49E1-0ACB-4D10-AD21-8514FF1CE408}" destId="{D8F016AF-8D41-4027-B970-A918BAB7BC56}" srcOrd="3" destOrd="0" presId="urn:microsoft.com/office/officeart/2005/8/layout/hProcess3"/>
    <dgm:cxn modelId="{738B4EA6-E750-4B63-8BB5-3C298BB31E40}" type="presParOf" srcId="{D4CE49E1-0ACB-4D10-AD21-8514FF1CE408}" destId="{8A30E715-6168-49DC-AB6B-CE2665F37521}" srcOrd="4" destOrd="0" presId="urn:microsoft.com/office/officeart/2005/8/layout/hProcess3"/>
    <dgm:cxn modelId="{25511357-3808-40DC-8E65-F0D60460DD70}" type="presParOf" srcId="{1E1B630E-1F69-4595-BA1D-9A7FEB16E6A8}" destId="{9C877AC0-21E0-4EAF-9537-87730B00AF4C}" srcOrd="6" destOrd="0" presId="urn:microsoft.com/office/officeart/2005/8/layout/hProcess3"/>
    <dgm:cxn modelId="{DB79449E-7805-43D9-8521-9B5046C9290E}" type="presParOf" srcId="{1E1B630E-1F69-4595-BA1D-9A7FEB16E6A8}" destId="{69581A74-3329-4467-BC8C-5A0085EDF3E3}" srcOrd="7" destOrd="0" presId="urn:microsoft.com/office/officeart/2005/8/layout/hProcess3"/>
    <dgm:cxn modelId="{E1A6A24E-9B0A-492D-B993-49ADBDE553A8}" type="presParOf" srcId="{69581A74-3329-4467-BC8C-5A0085EDF3E3}" destId="{93E69C8E-EE66-45B7-9D80-25683CDAAC1D}" srcOrd="0" destOrd="0" presId="urn:microsoft.com/office/officeart/2005/8/layout/hProcess3"/>
    <dgm:cxn modelId="{12B085CC-CD25-4077-9C39-1D86A8974AD4}" type="presParOf" srcId="{69581A74-3329-4467-BC8C-5A0085EDF3E3}" destId="{095D2C15-6F43-4DFE-9E36-2A77E47B4940}" srcOrd="1" destOrd="0" presId="urn:microsoft.com/office/officeart/2005/8/layout/hProcess3"/>
    <dgm:cxn modelId="{FEF7F85D-8FFB-4F45-A1C4-57391D93E837}" type="presParOf" srcId="{69581A74-3329-4467-BC8C-5A0085EDF3E3}" destId="{5C4173FF-ABB6-4C99-BB21-34BADAEF8B83}" srcOrd="2" destOrd="0" presId="urn:microsoft.com/office/officeart/2005/8/layout/hProcess3"/>
    <dgm:cxn modelId="{E65FFD9F-172B-434B-9B07-8C48CF92FBE8}" type="presParOf" srcId="{69581A74-3329-4467-BC8C-5A0085EDF3E3}" destId="{4496D045-8E44-4A0A-AA82-BF2D179BD521}" srcOrd="3" destOrd="0" presId="urn:microsoft.com/office/officeart/2005/8/layout/hProcess3"/>
    <dgm:cxn modelId="{61737C35-40C9-4311-B58A-544ABC16EE0A}" type="presParOf" srcId="{69581A74-3329-4467-BC8C-5A0085EDF3E3}" destId="{9D196266-D08A-4337-A122-6F206D0BF9FE}" srcOrd="4" destOrd="0" presId="urn:microsoft.com/office/officeart/2005/8/layout/hProcess3"/>
    <dgm:cxn modelId="{E0A36838-64DF-4D81-BE82-D0CB850CB6D2}" type="presParOf" srcId="{1E1B630E-1F69-4595-BA1D-9A7FEB16E6A8}" destId="{DEC3B485-459C-4634-B5AD-AB0B9D700B59}" srcOrd="8" destOrd="0" presId="urn:microsoft.com/office/officeart/2005/8/layout/hProcess3"/>
    <dgm:cxn modelId="{23EF1C17-8187-4EA8-88FB-B89724832128}" type="presParOf" srcId="{1E1B630E-1F69-4595-BA1D-9A7FEB16E6A8}" destId="{A5A1F82D-3522-4B2C-A3EF-1EA0C8F5AF86}" srcOrd="9" destOrd="0" presId="urn:microsoft.com/office/officeart/2005/8/layout/hProcess3"/>
    <dgm:cxn modelId="{F0EB545C-4A08-4DB8-80A0-CB359F7A291C}" type="presParOf" srcId="{1E1B630E-1F69-4595-BA1D-9A7FEB16E6A8}" destId="{C137D2AF-0976-48BA-98AB-ACD96457D15F}" srcOrd="10" destOrd="0" presId="urn:microsoft.com/office/officeart/2005/8/layout/h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2786F4-2A57-4911-98DB-DE52EBBA2BE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86F28BC-6678-4EF5-AA97-B1C92ACE4CF0}">
      <dgm:prSet/>
      <dgm:spPr/>
      <dgm:t>
        <a:bodyPr/>
        <a:lstStyle/>
        <a:p>
          <a:r>
            <a:rPr lang="it-IT" b="1" i="0" u="none" dirty="0"/>
            <a:t>Livello Macro: Global </a:t>
          </a:r>
          <a:r>
            <a:rPr lang="it-IT" b="1" i="0" u="none" dirty="0" err="1"/>
            <a:t>Ecosystem</a:t>
          </a:r>
          <a:r>
            <a:rPr lang="it-IT" b="1" i="0" u="none" dirty="0"/>
            <a:t> Analysis</a:t>
          </a:r>
          <a:endParaRPr lang="en-US" i="0" u="none" dirty="0"/>
        </a:p>
      </dgm:t>
    </dgm:pt>
    <dgm:pt modelId="{1641AA3A-CA1E-4A06-8546-E49F6FC5D96E}" type="parTrans" cxnId="{BBBEE433-0905-4CEC-98B2-206E2642A1B5}">
      <dgm:prSet/>
      <dgm:spPr/>
      <dgm:t>
        <a:bodyPr/>
        <a:lstStyle/>
        <a:p>
          <a:endParaRPr lang="en-US"/>
        </a:p>
      </dgm:t>
    </dgm:pt>
    <dgm:pt modelId="{03B92F72-49D9-4ECD-A5ED-0AB9A4C9F018}" type="sibTrans" cxnId="{BBBEE433-0905-4CEC-98B2-206E2642A1B5}">
      <dgm:prSet/>
      <dgm:spPr/>
      <dgm:t>
        <a:bodyPr/>
        <a:lstStyle/>
        <a:p>
          <a:endParaRPr lang="en-US"/>
        </a:p>
      </dgm:t>
    </dgm:pt>
    <dgm:pt modelId="{24B87A97-CC03-4272-B1B1-034EA60890C6}">
      <dgm:prSet/>
      <dgm:spPr/>
      <dgm:t>
        <a:bodyPr/>
        <a:lstStyle/>
        <a:p>
          <a:r>
            <a:rPr lang="it-IT" b="1" i="0" u="none" dirty="0"/>
            <a:t>Approccio:</a:t>
          </a:r>
          <a:r>
            <a:rPr lang="it-IT" i="0" u="none" dirty="0"/>
            <a:t> Analisi dell'intero dataset come unico corpus così da evidenziare le tendenze trasversali</a:t>
          </a:r>
          <a:endParaRPr lang="en-US" i="0" u="none" dirty="0"/>
        </a:p>
      </dgm:t>
    </dgm:pt>
    <dgm:pt modelId="{AC69D16A-AE37-4F53-86D1-F802AD7A649A}" type="parTrans" cxnId="{36F8356D-416B-4172-B1CA-3A588DEC861B}">
      <dgm:prSet/>
      <dgm:spPr/>
      <dgm:t>
        <a:bodyPr/>
        <a:lstStyle/>
        <a:p>
          <a:endParaRPr lang="en-US"/>
        </a:p>
      </dgm:t>
    </dgm:pt>
    <dgm:pt modelId="{339C4972-B0BF-4045-8D67-80082DE6514D}" type="sibTrans" cxnId="{36F8356D-416B-4172-B1CA-3A588DEC861B}">
      <dgm:prSet/>
      <dgm:spPr/>
      <dgm:t>
        <a:bodyPr/>
        <a:lstStyle/>
        <a:p>
          <a:endParaRPr lang="en-US"/>
        </a:p>
      </dgm:t>
    </dgm:pt>
    <dgm:pt modelId="{09462AFE-793B-4D0B-8EA3-031B65B2F295}">
      <dgm:prSet/>
      <dgm:spPr/>
      <dgm:t>
        <a:bodyPr/>
        <a:lstStyle/>
        <a:p>
          <a:r>
            <a:rPr lang="it-IT" b="1" i="0" u="none" dirty="0"/>
            <a:t>Risultato:</a:t>
          </a:r>
          <a:r>
            <a:rPr lang="it-IT" i="0" u="none" dirty="0"/>
            <a:t> </a:t>
          </a:r>
          <a:r>
            <a:rPr lang="it-IT" b="0" i="0" u="none" dirty="0"/>
            <a:t>Identificazione di 3 cluster di criticità universali</a:t>
          </a:r>
          <a:r>
            <a:rPr lang="it-IT" i="0" u="none" dirty="0"/>
            <a:t>:</a:t>
          </a:r>
          <a:endParaRPr lang="en-US" i="0" u="none" dirty="0"/>
        </a:p>
      </dgm:t>
    </dgm:pt>
    <dgm:pt modelId="{46CCC98C-8C8E-4A97-B29C-B19B93381282}" type="parTrans" cxnId="{139E62EC-5479-4FDE-8181-F457E53E104B}">
      <dgm:prSet/>
      <dgm:spPr/>
      <dgm:t>
        <a:bodyPr/>
        <a:lstStyle/>
        <a:p>
          <a:endParaRPr lang="en-US"/>
        </a:p>
      </dgm:t>
    </dgm:pt>
    <dgm:pt modelId="{4C6772FA-1F9F-4129-BC03-FC316EB112C3}" type="sibTrans" cxnId="{139E62EC-5479-4FDE-8181-F457E53E104B}">
      <dgm:prSet/>
      <dgm:spPr/>
      <dgm:t>
        <a:bodyPr/>
        <a:lstStyle/>
        <a:p>
          <a:endParaRPr lang="en-US"/>
        </a:p>
      </dgm:t>
    </dgm:pt>
    <dgm:pt modelId="{0DAB7AA4-C3CA-4B97-8330-64D25A2C8575}">
      <dgm:prSet/>
      <dgm:spPr/>
      <dgm:t>
        <a:bodyPr/>
        <a:lstStyle/>
        <a:p>
          <a:r>
            <a:rPr lang="it-IT" b="1" i="0" u="none" dirty="0"/>
            <a:t>Technical </a:t>
          </a:r>
          <a:r>
            <a:rPr lang="it-IT" b="1" i="0" u="none" dirty="0" err="1"/>
            <a:t>Failure</a:t>
          </a:r>
          <a:r>
            <a:rPr lang="it-IT" b="1" i="0" u="none" dirty="0"/>
            <a:t>: </a:t>
          </a:r>
          <a:r>
            <a:rPr lang="it-IT" b="0" i="0" u="none" dirty="0"/>
            <a:t>la </a:t>
          </a:r>
          <a:r>
            <a:rPr lang="it-IT" i="0" u="none" dirty="0"/>
            <a:t>stabilità tecnica pesa per oltre </a:t>
          </a:r>
          <a:r>
            <a:rPr lang="it-IT" b="0" i="0" u="none" dirty="0"/>
            <a:t>il 40% </a:t>
          </a:r>
          <a:r>
            <a:rPr lang="it-IT" i="0" u="none" dirty="0"/>
            <a:t>sulle recensioni negative, indipendentemente dal tipo di App.</a:t>
          </a:r>
          <a:endParaRPr lang="en-US" i="0" u="none" dirty="0"/>
        </a:p>
      </dgm:t>
    </dgm:pt>
    <dgm:pt modelId="{5D72A97C-A074-4434-A8C6-0C742683C040}" type="parTrans" cxnId="{CF2B5FAC-10A4-49FE-A21A-8C7F28B99F08}">
      <dgm:prSet/>
      <dgm:spPr/>
      <dgm:t>
        <a:bodyPr/>
        <a:lstStyle/>
        <a:p>
          <a:endParaRPr lang="en-US"/>
        </a:p>
      </dgm:t>
    </dgm:pt>
    <dgm:pt modelId="{BCBE3754-CA9D-451C-B4B0-EA4A96B51E8F}" type="sibTrans" cxnId="{CF2B5FAC-10A4-49FE-A21A-8C7F28B99F08}">
      <dgm:prSet/>
      <dgm:spPr/>
      <dgm:t>
        <a:bodyPr/>
        <a:lstStyle/>
        <a:p>
          <a:endParaRPr lang="en-US"/>
        </a:p>
      </dgm:t>
    </dgm:pt>
    <dgm:pt modelId="{13A1CE49-BE91-438E-8D61-7C3CE8045ABE}">
      <dgm:prSet/>
      <dgm:spPr/>
      <dgm:t>
        <a:bodyPr/>
        <a:lstStyle/>
        <a:p>
          <a:r>
            <a:rPr lang="it-IT" b="1" i="0" u="none" dirty="0"/>
            <a:t>Customer Support Gap:</a:t>
          </a:r>
          <a:r>
            <a:rPr lang="it-IT" i="0" u="none" dirty="0"/>
            <a:t> l'utente usa la recensione pubblica come canale per segnalare l'inefficacia dei mezzi di supporto tradizionali.</a:t>
          </a:r>
          <a:endParaRPr lang="en-US" i="0" u="none" dirty="0"/>
        </a:p>
      </dgm:t>
    </dgm:pt>
    <dgm:pt modelId="{9E03C413-9441-4CBD-BF86-7277D7C42365}" type="parTrans" cxnId="{4CBFF2AA-BE08-41AA-B923-181D3CE4485D}">
      <dgm:prSet/>
      <dgm:spPr/>
      <dgm:t>
        <a:bodyPr/>
        <a:lstStyle/>
        <a:p>
          <a:endParaRPr lang="en-US"/>
        </a:p>
      </dgm:t>
    </dgm:pt>
    <dgm:pt modelId="{E677E2B2-73DE-4D2E-BD41-C1C662E46050}" type="sibTrans" cxnId="{4CBFF2AA-BE08-41AA-B923-181D3CE4485D}">
      <dgm:prSet/>
      <dgm:spPr/>
      <dgm:t>
        <a:bodyPr/>
        <a:lstStyle/>
        <a:p>
          <a:endParaRPr lang="en-US"/>
        </a:p>
      </dgm:t>
    </dgm:pt>
    <dgm:pt modelId="{1D3BA50E-E624-4CDE-8857-8FCB8A48EDAE}">
      <dgm:prSet/>
      <dgm:spPr/>
      <dgm:t>
        <a:bodyPr/>
        <a:lstStyle/>
        <a:p>
          <a:r>
            <a:rPr lang="it-IT" b="1" i="0" u="none" dirty="0"/>
            <a:t>Dark Patterns &amp; Billing: f</a:t>
          </a:r>
          <a:r>
            <a:rPr lang="it-IT" i="0" u="none" dirty="0"/>
            <a:t>orte insofferenza verso rinnovi automatici poco trasparenti e gestione dei free trial.</a:t>
          </a:r>
          <a:endParaRPr lang="en-US" i="0" u="none" dirty="0"/>
        </a:p>
      </dgm:t>
    </dgm:pt>
    <dgm:pt modelId="{FB8A8240-F625-4B06-86CC-030E705E815D}" type="parTrans" cxnId="{96943F37-440A-456D-8C33-3CEE6D135CED}">
      <dgm:prSet/>
      <dgm:spPr/>
      <dgm:t>
        <a:bodyPr/>
        <a:lstStyle/>
        <a:p>
          <a:endParaRPr lang="en-US"/>
        </a:p>
      </dgm:t>
    </dgm:pt>
    <dgm:pt modelId="{1F10BA59-1BB4-46E4-9501-383CFADF2A50}" type="sibTrans" cxnId="{96943F37-440A-456D-8C33-3CEE6D135CED}">
      <dgm:prSet/>
      <dgm:spPr/>
      <dgm:t>
        <a:bodyPr/>
        <a:lstStyle/>
        <a:p>
          <a:endParaRPr lang="en-US"/>
        </a:p>
      </dgm:t>
    </dgm:pt>
    <dgm:pt modelId="{6CA2EA0E-A160-4A4A-A55F-16FD2414182C}">
      <dgm:prSet/>
      <dgm:spPr/>
      <dgm:t>
        <a:bodyPr/>
        <a:lstStyle/>
        <a:p>
          <a:r>
            <a:rPr lang="it-IT" b="1" i="0" u="none"/>
            <a:t>Livello Micro: Drill-Down Application Analysis</a:t>
          </a:r>
          <a:endParaRPr lang="en-US" i="0" u="none"/>
        </a:p>
      </dgm:t>
    </dgm:pt>
    <dgm:pt modelId="{EFBAF797-10A9-4A3F-B45F-03AC74591F77}" type="parTrans" cxnId="{E58799A7-70D4-4CC8-95F3-B777DF0ACD8D}">
      <dgm:prSet/>
      <dgm:spPr/>
      <dgm:t>
        <a:bodyPr/>
        <a:lstStyle/>
        <a:p>
          <a:endParaRPr lang="en-US"/>
        </a:p>
      </dgm:t>
    </dgm:pt>
    <dgm:pt modelId="{FC0A7912-6133-448A-ADA4-AE284A129DFE}" type="sibTrans" cxnId="{E58799A7-70D4-4CC8-95F3-B777DF0ACD8D}">
      <dgm:prSet/>
      <dgm:spPr/>
      <dgm:t>
        <a:bodyPr/>
        <a:lstStyle/>
        <a:p>
          <a:endParaRPr lang="en-US"/>
        </a:p>
      </dgm:t>
    </dgm:pt>
    <dgm:pt modelId="{34C77A5D-133F-40CB-90C5-043D28448D7C}">
      <dgm:prSet/>
      <dgm:spPr/>
      <dgm:t>
        <a:bodyPr/>
        <a:lstStyle/>
        <a:p>
          <a:r>
            <a:rPr lang="it-IT" b="1" i="0" u="none" dirty="0"/>
            <a:t>Tecnica:</a:t>
          </a:r>
          <a:r>
            <a:rPr lang="it-IT" i="0" u="none" dirty="0"/>
            <a:t> Utilizzo delle window </a:t>
          </a:r>
          <a:r>
            <a:rPr lang="it-IT" i="0" u="none" dirty="0" err="1"/>
            <a:t>function</a:t>
          </a:r>
          <a:r>
            <a:rPr lang="it-IT" i="0" u="none" dirty="0"/>
            <a:t> per partizionare l'analisi per App</a:t>
          </a:r>
          <a:endParaRPr lang="en-US" i="0" u="none" dirty="0"/>
        </a:p>
      </dgm:t>
    </dgm:pt>
    <dgm:pt modelId="{78B95614-5FA2-48C2-8938-794DD94F2462}" type="parTrans" cxnId="{3D18D825-FF6B-4E42-8FDD-65E46E784FC2}">
      <dgm:prSet/>
      <dgm:spPr/>
      <dgm:t>
        <a:bodyPr/>
        <a:lstStyle/>
        <a:p>
          <a:endParaRPr lang="en-US"/>
        </a:p>
      </dgm:t>
    </dgm:pt>
    <dgm:pt modelId="{78183D19-0062-45BA-ABC3-7D20BFBE2042}" type="sibTrans" cxnId="{3D18D825-FF6B-4E42-8FDD-65E46E784FC2}">
      <dgm:prSet/>
      <dgm:spPr/>
      <dgm:t>
        <a:bodyPr/>
        <a:lstStyle/>
        <a:p>
          <a:endParaRPr lang="en-US"/>
        </a:p>
      </dgm:t>
    </dgm:pt>
    <dgm:pt modelId="{A50EC3CE-B83A-464E-8E70-7DFD13B4F0EE}">
      <dgm:prSet/>
      <dgm:spPr/>
      <dgm:t>
        <a:bodyPr/>
        <a:lstStyle/>
        <a:p>
          <a:r>
            <a:rPr lang="it-IT" b="1" i="0" u="none" dirty="0"/>
            <a:t>Risultato:</a:t>
          </a:r>
          <a:r>
            <a:rPr lang="it-IT" i="0" u="none" dirty="0"/>
            <a:t> I driver di insoddisfazione cambiano radicalmente tra categorie (es. Gaming vs Utility), rendendo meno funzionali le strategie correttive generaliste tralasciando alcuni aspetti che riguardano il contesto dell’app.</a:t>
          </a:r>
          <a:endParaRPr lang="en-US" i="0" u="none" dirty="0"/>
        </a:p>
      </dgm:t>
    </dgm:pt>
    <dgm:pt modelId="{7BA5B6D2-8EE9-4DA4-BED2-5DEE7E90453E}" type="parTrans" cxnId="{802E9E7F-AE0F-4BCA-B96B-99A2E175593B}">
      <dgm:prSet/>
      <dgm:spPr/>
      <dgm:t>
        <a:bodyPr/>
        <a:lstStyle/>
        <a:p>
          <a:endParaRPr lang="en-US"/>
        </a:p>
      </dgm:t>
    </dgm:pt>
    <dgm:pt modelId="{A3100547-795E-4514-82B8-373E52508902}" type="sibTrans" cxnId="{802E9E7F-AE0F-4BCA-B96B-99A2E175593B}">
      <dgm:prSet/>
      <dgm:spPr/>
      <dgm:t>
        <a:bodyPr/>
        <a:lstStyle/>
        <a:p>
          <a:endParaRPr lang="en-US"/>
        </a:p>
      </dgm:t>
    </dgm:pt>
    <dgm:pt modelId="{7F88B691-F80F-4110-B498-35B65DE59448}" type="pres">
      <dgm:prSet presAssocID="{132786F4-2A57-4911-98DB-DE52EBBA2BEB}" presName="linear" presStyleCnt="0">
        <dgm:presLayoutVars>
          <dgm:animLvl val="lvl"/>
          <dgm:resizeHandles val="exact"/>
        </dgm:presLayoutVars>
      </dgm:prSet>
      <dgm:spPr/>
    </dgm:pt>
    <dgm:pt modelId="{0AA15A2A-5EEF-4067-9239-98588D2B1474}" type="pres">
      <dgm:prSet presAssocID="{386F28BC-6678-4EF5-AA97-B1C92ACE4CF0}" presName="parentText" presStyleLbl="node1" presStyleIdx="0" presStyleCnt="2">
        <dgm:presLayoutVars>
          <dgm:chMax val="0"/>
          <dgm:bulletEnabled val="1"/>
        </dgm:presLayoutVars>
      </dgm:prSet>
      <dgm:spPr/>
    </dgm:pt>
    <dgm:pt modelId="{0FAB6298-351C-4C54-839F-6828A529466F}" type="pres">
      <dgm:prSet presAssocID="{386F28BC-6678-4EF5-AA97-B1C92ACE4CF0}" presName="childText" presStyleLbl="revTx" presStyleIdx="0" presStyleCnt="2">
        <dgm:presLayoutVars>
          <dgm:bulletEnabled val="1"/>
        </dgm:presLayoutVars>
      </dgm:prSet>
      <dgm:spPr/>
    </dgm:pt>
    <dgm:pt modelId="{E28033EB-351B-4278-A642-8331E371A8F4}" type="pres">
      <dgm:prSet presAssocID="{6CA2EA0E-A160-4A4A-A55F-16FD2414182C}" presName="parentText" presStyleLbl="node1" presStyleIdx="1" presStyleCnt="2">
        <dgm:presLayoutVars>
          <dgm:chMax val="0"/>
          <dgm:bulletEnabled val="1"/>
        </dgm:presLayoutVars>
      </dgm:prSet>
      <dgm:spPr/>
    </dgm:pt>
    <dgm:pt modelId="{18DAEADF-2CEC-4EBA-9387-F8E046CD7134}" type="pres">
      <dgm:prSet presAssocID="{6CA2EA0E-A160-4A4A-A55F-16FD2414182C}" presName="childText" presStyleLbl="revTx" presStyleIdx="1" presStyleCnt="2">
        <dgm:presLayoutVars>
          <dgm:bulletEnabled val="1"/>
        </dgm:presLayoutVars>
      </dgm:prSet>
      <dgm:spPr/>
    </dgm:pt>
  </dgm:ptLst>
  <dgm:cxnLst>
    <dgm:cxn modelId="{3D18D825-FF6B-4E42-8FDD-65E46E784FC2}" srcId="{6CA2EA0E-A160-4A4A-A55F-16FD2414182C}" destId="{34C77A5D-133F-40CB-90C5-043D28448D7C}" srcOrd="0" destOrd="0" parTransId="{78B95614-5FA2-48C2-8938-794DD94F2462}" sibTransId="{78183D19-0062-45BA-ABC3-7D20BFBE2042}"/>
    <dgm:cxn modelId="{73B58127-6ED1-4431-824D-E9B70C8C34FC}" type="presOf" srcId="{09462AFE-793B-4D0B-8EA3-031B65B2F295}" destId="{0FAB6298-351C-4C54-839F-6828A529466F}" srcOrd="0" destOrd="1" presId="urn:microsoft.com/office/officeart/2005/8/layout/vList2"/>
    <dgm:cxn modelId="{BBBEE433-0905-4CEC-98B2-206E2642A1B5}" srcId="{132786F4-2A57-4911-98DB-DE52EBBA2BEB}" destId="{386F28BC-6678-4EF5-AA97-B1C92ACE4CF0}" srcOrd="0" destOrd="0" parTransId="{1641AA3A-CA1E-4A06-8546-E49F6FC5D96E}" sibTransId="{03B92F72-49D9-4ECD-A5ED-0AB9A4C9F018}"/>
    <dgm:cxn modelId="{96943F37-440A-456D-8C33-3CEE6D135CED}" srcId="{09462AFE-793B-4D0B-8EA3-031B65B2F295}" destId="{1D3BA50E-E624-4CDE-8857-8FCB8A48EDAE}" srcOrd="2" destOrd="0" parTransId="{FB8A8240-F625-4B06-86CC-030E705E815D}" sibTransId="{1F10BA59-1BB4-46E4-9501-383CFADF2A50}"/>
    <dgm:cxn modelId="{3D8FD23B-4F26-4C3F-839C-B2E2A0876FC7}" type="presOf" srcId="{0DAB7AA4-C3CA-4B97-8330-64D25A2C8575}" destId="{0FAB6298-351C-4C54-839F-6828A529466F}" srcOrd="0" destOrd="2" presId="urn:microsoft.com/office/officeart/2005/8/layout/vList2"/>
    <dgm:cxn modelId="{D7C07F66-D4E0-4969-9F91-379879866AB1}" type="presOf" srcId="{132786F4-2A57-4911-98DB-DE52EBBA2BEB}" destId="{7F88B691-F80F-4110-B498-35B65DE59448}" srcOrd="0" destOrd="0" presId="urn:microsoft.com/office/officeart/2005/8/layout/vList2"/>
    <dgm:cxn modelId="{36F8356D-416B-4172-B1CA-3A588DEC861B}" srcId="{386F28BC-6678-4EF5-AA97-B1C92ACE4CF0}" destId="{24B87A97-CC03-4272-B1B1-034EA60890C6}" srcOrd="0" destOrd="0" parTransId="{AC69D16A-AE37-4F53-86D1-F802AD7A649A}" sibTransId="{339C4972-B0BF-4045-8D67-80082DE6514D}"/>
    <dgm:cxn modelId="{5F6C2176-298E-4E02-B7E3-F79EA04AA4BD}" type="presOf" srcId="{13A1CE49-BE91-438E-8D61-7C3CE8045ABE}" destId="{0FAB6298-351C-4C54-839F-6828A529466F}" srcOrd="0" destOrd="3" presId="urn:microsoft.com/office/officeart/2005/8/layout/vList2"/>
    <dgm:cxn modelId="{802E9E7F-AE0F-4BCA-B96B-99A2E175593B}" srcId="{6CA2EA0E-A160-4A4A-A55F-16FD2414182C}" destId="{A50EC3CE-B83A-464E-8E70-7DFD13B4F0EE}" srcOrd="1" destOrd="0" parTransId="{7BA5B6D2-8EE9-4DA4-BED2-5DEE7E90453E}" sibTransId="{A3100547-795E-4514-82B8-373E52508902}"/>
    <dgm:cxn modelId="{F4327C91-0FEB-42CE-B1ED-2B355C1AC1EA}" type="presOf" srcId="{6CA2EA0E-A160-4A4A-A55F-16FD2414182C}" destId="{E28033EB-351B-4278-A642-8331E371A8F4}" srcOrd="0" destOrd="0" presId="urn:microsoft.com/office/officeart/2005/8/layout/vList2"/>
    <dgm:cxn modelId="{E58799A7-70D4-4CC8-95F3-B777DF0ACD8D}" srcId="{132786F4-2A57-4911-98DB-DE52EBBA2BEB}" destId="{6CA2EA0E-A160-4A4A-A55F-16FD2414182C}" srcOrd="1" destOrd="0" parTransId="{EFBAF797-10A9-4A3F-B45F-03AC74591F77}" sibTransId="{FC0A7912-6133-448A-ADA4-AE284A129DFE}"/>
    <dgm:cxn modelId="{4CBFF2AA-BE08-41AA-B923-181D3CE4485D}" srcId="{09462AFE-793B-4D0B-8EA3-031B65B2F295}" destId="{13A1CE49-BE91-438E-8D61-7C3CE8045ABE}" srcOrd="1" destOrd="0" parTransId="{9E03C413-9441-4CBD-BF86-7277D7C42365}" sibTransId="{E677E2B2-73DE-4D2E-BD41-C1C662E46050}"/>
    <dgm:cxn modelId="{CF2B5FAC-10A4-49FE-A21A-8C7F28B99F08}" srcId="{09462AFE-793B-4D0B-8EA3-031B65B2F295}" destId="{0DAB7AA4-C3CA-4B97-8330-64D25A2C8575}" srcOrd="0" destOrd="0" parTransId="{5D72A97C-A074-4434-A8C6-0C742683C040}" sibTransId="{BCBE3754-CA9D-451C-B4B0-EA4A96B51E8F}"/>
    <dgm:cxn modelId="{8B3AC6C9-6B88-447D-A1D8-17B82EF219F9}" type="presOf" srcId="{A50EC3CE-B83A-464E-8E70-7DFD13B4F0EE}" destId="{18DAEADF-2CEC-4EBA-9387-F8E046CD7134}" srcOrd="0" destOrd="1" presId="urn:microsoft.com/office/officeart/2005/8/layout/vList2"/>
    <dgm:cxn modelId="{E91CF5E1-9D7C-4A3B-8005-9229BC11D947}" type="presOf" srcId="{386F28BC-6678-4EF5-AA97-B1C92ACE4CF0}" destId="{0AA15A2A-5EEF-4067-9239-98588D2B1474}" srcOrd="0" destOrd="0" presId="urn:microsoft.com/office/officeart/2005/8/layout/vList2"/>
    <dgm:cxn modelId="{D7FD2EE3-4BC1-49D7-9D07-1B309F24B369}" type="presOf" srcId="{34C77A5D-133F-40CB-90C5-043D28448D7C}" destId="{18DAEADF-2CEC-4EBA-9387-F8E046CD7134}" srcOrd="0" destOrd="0" presId="urn:microsoft.com/office/officeart/2005/8/layout/vList2"/>
    <dgm:cxn modelId="{DAFA7CE9-1043-4C0D-874D-9FA3E88C5320}" type="presOf" srcId="{1D3BA50E-E624-4CDE-8857-8FCB8A48EDAE}" destId="{0FAB6298-351C-4C54-839F-6828A529466F}" srcOrd="0" destOrd="4" presId="urn:microsoft.com/office/officeart/2005/8/layout/vList2"/>
    <dgm:cxn modelId="{139E62EC-5479-4FDE-8181-F457E53E104B}" srcId="{386F28BC-6678-4EF5-AA97-B1C92ACE4CF0}" destId="{09462AFE-793B-4D0B-8EA3-031B65B2F295}" srcOrd="1" destOrd="0" parTransId="{46CCC98C-8C8E-4A97-B29C-B19B93381282}" sibTransId="{4C6772FA-1F9F-4129-BC03-FC316EB112C3}"/>
    <dgm:cxn modelId="{14DA44FC-D113-49C2-BA3A-E9C8EED88C16}" type="presOf" srcId="{24B87A97-CC03-4272-B1B1-034EA60890C6}" destId="{0FAB6298-351C-4C54-839F-6828A529466F}" srcOrd="0" destOrd="0" presId="urn:microsoft.com/office/officeart/2005/8/layout/vList2"/>
    <dgm:cxn modelId="{99BF5276-A5BD-4F7F-B3FA-3319AC6B7250}" type="presParOf" srcId="{7F88B691-F80F-4110-B498-35B65DE59448}" destId="{0AA15A2A-5EEF-4067-9239-98588D2B1474}" srcOrd="0" destOrd="0" presId="urn:microsoft.com/office/officeart/2005/8/layout/vList2"/>
    <dgm:cxn modelId="{F1DADAA5-0711-4911-8721-084724DCF915}" type="presParOf" srcId="{7F88B691-F80F-4110-B498-35B65DE59448}" destId="{0FAB6298-351C-4C54-839F-6828A529466F}" srcOrd="1" destOrd="0" presId="urn:microsoft.com/office/officeart/2005/8/layout/vList2"/>
    <dgm:cxn modelId="{1A5EF24C-8BCD-444B-91E0-FAB384E668D4}" type="presParOf" srcId="{7F88B691-F80F-4110-B498-35B65DE59448}" destId="{E28033EB-351B-4278-A642-8331E371A8F4}" srcOrd="2" destOrd="0" presId="urn:microsoft.com/office/officeart/2005/8/layout/vList2"/>
    <dgm:cxn modelId="{F756722E-ECBF-455B-ABE2-A60031BDB919}" type="presParOf" srcId="{7F88B691-F80F-4110-B498-35B65DE59448}" destId="{18DAEADF-2CEC-4EBA-9387-F8E046CD7134}"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88E6FA-B05B-43EE-A02C-805AC804CA1F}">
      <dsp:nvSpPr>
        <dsp:cNvPr id="0" name=""/>
        <dsp:cNvSpPr/>
      </dsp:nvSpPr>
      <dsp:spPr>
        <a:xfrm>
          <a:off x="0" y="419"/>
          <a:ext cx="9780587" cy="981741"/>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794FBA2-38E7-40D6-B997-337680D94C36}">
      <dsp:nvSpPr>
        <dsp:cNvPr id="0" name=""/>
        <dsp:cNvSpPr/>
      </dsp:nvSpPr>
      <dsp:spPr>
        <a:xfrm>
          <a:off x="296976" y="221311"/>
          <a:ext cx="539958" cy="53995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8454924D-B685-4571-9F8E-62B4042F5751}">
      <dsp:nvSpPr>
        <dsp:cNvPr id="0" name=""/>
        <dsp:cNvSpPr/>
      </dsp:nvSpPr>
      <dsp:spPr>
        <a:xfrm>
          <a:off x="1133911" y="419"/>
          <a:ext cx="8646675" cy="981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901" tIns="103901" rIns="103901" bIns="103901" numCol="1" spcCol="1270" anchor="ctr" anchorCtr="0">
          <a:noAutofit/>
        </a:bodyPr>
        <a:lstStyle/>
        <a:p>
          <a:pPr marL="0" lvl="0" indent="0" algn="l" defTabSz="711200">
            <a:lnSpc>
              <a:spcPct val="100000"/>
            </a:lnSpc>
            <a:spcBef>
              <a:spcPct val="0"/>
            </a:spcBef>
            <a:spcAft>
              <a:spcPct val="35000"/>
            </a:spcAft>
            <a:buNone/>
          </a:pPr>
          <a:r>
            <a:rPr lang="it-IT" sz="1600" kern="1200"/>
            <a:t>Analisi del sentiment di un dataset massivo eterogeneo composto da recensioni utente su venti applicazioni distinte, estratte dal Google Play StoreTestare scalabilità replica e fault tolerance</a:t>
          </a:r>
          <a:endParaRPr lang="en-US" sz="1600" kern="1200" dirty="0"/>
        </a:p>
      </dsp:txBody>
      <dsp:txXfrm>
        <a:off x="1133911" y="419"/>
        <a:ext cx="8646675" cy="981741"/>
      </dsp:txXfrm>
    </dsp:sp>
    <dsp:sp modelId="{4F54F528-37AC-4C36-8A06-DB35C011C020}">
      <dsp:nvSpPr>
        <dsp:cNvPr id="0" name=""/>
        <dsp:cNvSpPr/>
      </dsp:nvSpPr>
      <dsp:spPr>
        <a:xfrm>
          <a:off x="0" y="1227597"/>
          <a:ext cx="9780587" cy="981741"/>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CD7A512-2B25-462F-896D-B2780AEC4151}">
      <dsp:nvSpPr>
        <dsp:cNvPr id="0" name=""/>
        <dsp:cNvSpPr/>
      </dsp:nvSpPr>
      <dsp:spPr>
        <a:xfrm>
          <a:off x="296976" y="1448488"/>
          <a:ext cx="539958" cy="539958"/>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1E67C80F-A944-4F7D-952D-C3AA444B2834}">
      <dsp:nvSpPr>
        <dsp:cNvPr id="0" name=""/>
        <dsp:cNvSpPr/>
      </dsp:nvSpPr>
      <dsp:spPr>
        <a:xfrm>
          <a:off x="1133911" y="1227597"/>
          <a:ext cx="8646675" cy="981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901" tIns="103901" rIns="103901" bIns="103901" numCol="1" spcCol="1270" anchor="ctr" anchorCtr="0">
          <a:noAutofit/>
        </a:bodyPr>
        <a:lstStyle/>
        <a:p>
          <a:pPr marL="0" lvl="0" indent="0" algn="l" defTabSz="711200">
            <a:lnSpc>
              <a:spcPct val="100000"/>
            </a:lnSpc>
            <a:spcBef>
              <a:spcPct val="0"/>
            </a:spcBef>
            <a:spcAft>
              <a:spcPct val="35000"/>
            </a:spcAft>
            <a:buNone/>
          </a:pPr>
          <a:r>
            <a:rPr lang="it-IT" sz="1600" kern="1200"/>
            <a:t>Le recensioni provengono da 20 file csv e riguardano le top 20 applicazioni presenti sul Play Store riportando informazioni su contenuto della recensione e punteggio</a:t>
          </a:r>
          <a:endParaRPr lang="en-US" sz="1600" kern="1200" dirty="0"/>
        </a:p>
      </dsp:txBody>
      <dsp:txXfrm>
        <a:off x="1133911" y="1227597"/>
        <a:ext cx="8646675" cy="981741"/>
      </dsp:txXfrm>
    </dsp:sp>
    <dsp:sp modelId="{171DBD75-FA67-49D9-948B-F3549125765C}">
      <dsp:nvSpPr>
        <dsp:cNvPr id="0" name=""/>
        <dsp:cNvSpPr/>
      </dsp:nvSpPr>
      <dsp:spPr>
        <a:xfrm>
          <a:off x="0" y="2454774"/>
          <a:ext cx="9780587" cy="981741"/>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A47C7D2A-C2E8-49C1-A463-130DB9577D91}">
      <dsp:nvSpPr>
        <dsp:cNvPr id="0" name=""/>
        <dsp:cNvSpPr/>
      </dsp:nvSpPr>
      <dsp:spPr>
        <a:xfrm>
          <a:off x="296976" y="2675666"/>
          <a:ext cx="539958" cy="53995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60728486-6407-4D0E-8F99-55C68C585E66}">
      <dsp:nvSpPr>
        <dsp:cNvPr id="0" name=""/>
        <dsp:cNvSpPr/>
      </dsp:nvSpPr>
      <dsp:spPr>
        <a:xfrm>
          <a:off x="1133911" y="2454774"/>
          <a:ext cx="8646675" cy="981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901" tIns="103901" rIns="103901" bIns="103901" numCol="1" spcCol="1270" anchor="ctr" anchorCtr="0">
          <a:noAutofit/>
        </a:bodyPr>
        <a:lstStyle/>
        <a:p>
          <a:pPr marL="0" lvl="0" indent="0" algn="l" defTabSz="711200">
            <a:lnSpc>
              <a:spcPct val="100000"/>
            </a:lnSpc>
            <a:spcBef>
              <a:spcPct val="0"/>
            </a:spcBef>
            <a:spcAft>
              <a:spcPct val="35000"/>
            </a:spcAft>
            <a:buNone/>
          </a:pPr>
          <a:r>
            <a:rPr lang="it-IT" sz="1600" kern="1200"/>
            <a:t>progettare, implementare e testare una pipeline di Big Data Analytics utilizzando Apache Spark in un ambiente distribuito su Cloud Azure effettuando anche benchmark su prestazioni e scalabilità</a:t>
          </a:r>
          <a:endParaRPr lang="en-US" sz="1600" kern="1200" dirty="0"/>
        </a:p>
      </dsp:txBody>
      <dsp:txXfrm>
        <a:off x="1133911" y="2454774"/>
        <a:ext cx="8646675" cy="9817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232289-B8A7-482D-BF32-8120D864CAC5}">
      <dsp:nvSpPr>
        <dsp:cNvPr id="0" name=""/>
        <dsp:cNvSpPr/>
      </dsp:nvSpPr>
      <dsp:spPr>
        <a:xfrm>
          <a:off x="11472" y="0"/>
          <a:ext cx="1019308" cy="7749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16000" b="-16000"/>
          </a:stretch>
        </a:blipFill>
        <a:ln>
          <a:noFill/>
        </a:ln>
        <a:effectLst/>
      </dsp:spPr>
      <dsp:style>
        <a:lnRef idx="0">
          <a:scrgbClr r="0" g="0" b="0"/>
        </a:lnRef>
        <a:fillRef idx="3">
          <a:scrgbClr r="0" g="0" b="0"/>
        </a:fillRef>
        <a:effectRef idx="2">
          <a:scrgbClr r="0" g="0" b="0"/>
        </a:effectRef>
        <a:fontRef idx="minor">
          <a:schemeClr val="lt1"/>
        </a:fontRef>
      </dsp:style>
    </dsp:sp>
    <dsp:sp modelId="{7C7CE761-D7E6-4DCC-BE48-7689E3BB196C}">
      <dsp:nvSpPr>
        <dsp:cNvPr id="0" name=""/>
        <dsp:cNvSpPr/>
      </dsp:nvSpPr>
      <dsp:spPr>
        <a:xfrm>
          <a:off x="11472" y="885023"/>
          <a:ext cx="2912309" cy="33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it-IT" sz="2100" b="1" kern="1200"/>
            <a:t>Infrastruttura Cloud:</a:t>
          </a:r>
          <a:endParaRPr lang="en-US" sz="2100" kern="1200"/>
        </a:p>
      </dsp:txBody>
      <dsp:txXfrm>
        <a:off x="11472" y="885023"/>
        <a:ext cx="2912309" cy="332124"/>
      </dsp:txXfrm>
    </dsp:sp>
    <dsp:sp modelId="{F5BF32B8-1A6E-452A-80BE-425949495B07}">
      <dsp:nvSpPr>
        <dsp:cNvPr id="0" name=""/>
        <dsp:cNvSpPr/>
      </dsp:nvSpPr>
      <dsp:spPr>
        <a:xfrm>
          <a:off x="11472" y="1268341"/>
          <a:ext cx="2912309" cy="2098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it-IT" sz="1600" b="1" kern="1200"/>
            <a:t>Ambiente:</a:t>
          </a:r>
          <a:r>
            <a:rPr lang="it-IT" sz="1600" kern="1200"/>
            <a:t> Microsoft Azure</a:t>
          </a:r>
          <a:endParaRPr lang="en-US" sz="1600" kern="1200"/>
        </a:p>
        <a:p>
          <a:pPr marL="0" lvl="0" indent="0" algn="l" defTabSz="711200">
            <a:lnSpc>
              <a:spcPct val="100000"/>
            </a:lnSpc>
            <a:spcBef>
              <a:spcPct val="0"/>
            </a:spcBef>
            <a:spcAft>
              <a:spcPct val="35000"/>
            </a:spcAft>
            <a:buNone/>
          </a:pPr>
          <a:r>
            <a:rPr lang="it-IT" sz="1600" b="1" kern="1200"/>
            <a:t>Nodi:</a:t>
          </a:r>
          <a:r>
            <a:rPr lang="it-IT" sz="1600" kern="1200"/>
            <a:t> 5 VM totali</a:t>
          </a:r>
          <a:endParaRPr lang="en-US" sz="1600" kern="1200"/>
        </a:p>
        <a:p>
          <a:pPr marL="171450" lvl="1" indent="-171450" algn="l" defTabSz="711200">
            <a:lnSpc>
              <a:spcPct val="90000"/>
            </a:lnSpc>
            <a:spcBef>
              <a:spcPct val="0"/>
            </a:spcBef>
            <a:spcAft>
              <a:spcPct val="15000"/>
            </a:spcAft>
            <a:buChar char="•"/>
          </a:pPr>
          <a:r>
            <a:rPr lang="it-IT" sz="1600" b="1" kern="1200"/>
            <a:t>1 Master:</a:t>
          </a:r>
          <a:r>
            <a:rPr lang="it-IT" sz="1600" kern="1200"/>
            <a:t> Coordinamento e gestione del cluster</a:t>
          </a:r>
          <a:endParaRPr lang="en-US" sz="1600" kern="1200"/>
        </a:p>
        <a:p>
          <a:pPr marL="171450" lvl="1" indent="-171450" algn="l" defTabSz="711200">
            <a:lnSpc>
              <a:spcPct val="90000"/>
            </a:lnSpc>
            <a:spcBef>
              <a:spcPct val="0"/>
            </a:spcBef>
            <a:spcAft>
              <a:spcPct val="15000"/>
            </a:spcAft>
            <a:buChar char="•"/>
          </a:pPr>
          <a:r>
            <a:rPr lang="it-IT" sz="1600" b="1" kern="1200"/>
            <a:t>4 Workers:</a:t>
          </a:r>
          <a:r>
            <a:rPr lang="it-IT" sz="1600" kern="1200"/>
            <a:t> Nodi computazionali dedicati ai task paralleli</a:t>
          </a:r>
          <a:endParaRPr lang="en-US" sz="1600" kern="1200"/>
        </a:p>
        <a:p>
          <a:pPr marL="0" lvl="0" indent="0" algn="l" defTabSz="711200">
            <a:lnSpc>
              <a:spcPct val="100000"/>
            </a:lnSpc>
            <a:spcBef>
              <a:spcPct val="0"/>
            </a:spcBef>
            <a:spcAft>
              <a:spcPct val="35000"/>
            </a:spcAft>
            <a:buNone/>
          </a:pPr>
          <a:r>
            <a:rPr lang="it-IT" sz="1600" b="1" kern="1200"/>
            <a:t>Rete:</a:t>
          </a:r>
          <a:r>
            <a:rPr lang="it-IT" sz="1600" kern="1200"/>
            <a:t> Virtual Network privata per garantire bassa latenza tra i nodi</a:t>
          </a:r>
          <a:endParaRPr lang="en-US" sz="1600" kern="1200"/>
        </a:p>
      </dsp:txBody>
      <dsp:txXfrm>
        <a:off x="11472" y="1268341"/>
        <a:ext cx="2912309" cy="2098473"/>
      </dsp:txXfrm>
    </dsp:sp>
    <dsp:sp modelId="{91726F0A-1CDA-4EE8-9BAB-84A6A6C6CB9E}">
      <dsp:nvSpPr>
        <dsp:cNvPr id="0" name=""/>
        <dsp:cNvSpPr/>
      </dsp:nvSpPr>
      <dsp:spPr>
        <a:xfrm>
          <a:off x="3433436" y="0"/>
          <a:ext cx="1019308" cy="77495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16000" b="-16000"/>
          </a:stretch>
        </a:blipFill>
        <a:ln>
          <a:noFill/>
        </a:ln>
        <a:effectLst/>
      </dsp:spPr>
      <dsp:style>
        <a:lnRef idx="0">
          <a:scrgbClr r="0" g="0" b="0"/>
        </a:lnRef>
        <a:fillRef idx="3">
          <a:scrgbClr r="0" g="0" b="0"/>
        </a:fillRef>
        <a:effectRef idx="2">
          <a:scrgbClr r="0" g="0" b="0"/>
        </a:effectRef>
        <a:fontRef idx="minor">
          <a:schemeClr val="lt1"/>
        </a:fontRef>
      </dsp:style>
    </dsp:sp>
    <dsp:sp modelId="{18D98B67-38E2-4295-A566-45454FAA478E}">
      <dsp:nvSpPr>
        <dsp:cNvPr id="0" name=""/>
        <dsp:cNvSpPr/>
      </dsp:nvSpPr>
      <dsp:spPr>
        <a:xfrm>
          <a:off x="3433436" y="885023"/>
          <a:ext cx="2912309" cy="33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it-IT" sz="2100" b="1" kern="1200"/>
            <a:t>Stack software:</a:t>
          </a:r>
          <a:endParaRPr lang="en-US" sz="2100" kern="1200"/>
        </a:p>
      </dsp:txBody>
      <dsp:txXfrm>
        <a:off x="3433436" y="885023"/>
        <a:ext cx="2912309" cy="332124"/>
      </dsp:txXfrm>
    </dsp:sp>
    <dsp:sp modelId="{F7CEB058-69CC-47C9-92E4-50644FD353C9}">
      <dsp:nvSpPr>
        <dsp:cNvPr id="0" name=""/>
        <dsp:cNvSpPr/>
      </dsp:nvSpPr>
      <dsp:spPr>
        <a:xfrm>
          <a:off x="3433436" y="1268341"/>
          <a:ext cx="2912309" cy="2098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it-IT" sz="1600" b="1" kern="1200"/>
            <a:t>Motore di calcolo: </a:t>
          </a:r>
          <a:r>
            <a:rPr lang="it-IT" sz="1600" kern="1200"/>
            <a:t>Apache Spark 3.5.0</a:t>
          </a:r>
          <a:endParaRPr lang="en-US" sz="1600" kern="1200"/>
        </a:p>
        <a:p>
          <a:pPr marL="0" lvl="0" indent="0" algn="l" defTabSz="711200">
            <a:lnSpc>
              <a:spcPct val="100000"/>
            </a:lnSpc>
            <a:spcBef>
              <a:spcPct val="0"/>
            </a:spcBef>
            <a:spcAft>
              <a:spcPct val="35000"/>
            </a:spcAft>
            <a:buNone/>
          </a:pPr>
          <a:r>
            <a:rPr lang="en-US" sz="1600" b="1" kern="1200"/>
            <a:t>Storage:</a:t>
          </a:r>
          <a:r>
            <a:rPr lang="en-US" sz="1600" kern="1200"/>
            <a:t> Apache Hadoop 3.3.6</a:t>
          </a:r>
        </a:p>
        <a:p>
          <a:pPr marL="0" lvl="0" indent="0" algn="l" defTabSz="711200">
            <a:lnSpc>
              <a:spcPct val="100000"/>
            </a:lnSpc>
            <a:spcBef>
              <a:spcPct val="0"/>
            </a:spcBef>
            <a:spcAft>
              <a:spcPct val="35000"/>
            </a:spcAft>
            <a:buNone/>
          </a:pPr>
          <a:r>
            <a:rPr lang="it-IT" sz="1600" b="1" kern="1200"/>
            <a:t>Linguaggio:</a:t>
          </a:r>
          <a:r>
            <a:rPr lang="it-IT" sz="1600" kern="1200"/>
            <a:t> Python per la definizione della pipeline NLP.</a:t>
          </a:r>
          <a:endParaRPr lang="en-US" sz="1600" kern="1200"/>
        </a:p>
      </dsp:txBody>
      <dsp:txXfrm>
        <a:off x="3433436" y="1268341"/>
        <a:ext cx="2912309" cy="2098473"/>
      </dsp:txXfrm>
    </dsp:sp>
    <dsp:sp modelId="{363DF09B-3F03-4A56-985A-460E64553B9C}">
      <dsp:nvSpPr>
        <dsp:cNvPr id="0" name=""/>
        <dsp:cNvSpPr/>
      </dsp:nvSpPr>
      <dsp:spPr>
        <a:xfrm>
          <a:off x="6855399" y="0"/>
          <a:ext cx="1019308" cy="7749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D7CA85DB-8C3B-409F-9FE0-00A7B47C7ADA}">
      <dsp:nvSpPr>
        <dsp:cNvPr id="0" name=""/>
        <dsp:cNvSpPr/>
      </dsp:nvSpPr>
      <dsp:spPr>
        <a:xfrm>
          <a:off x="6855399" y="885023"/>
          <a:ext cx="2912309" cy="33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it-IT" sz="2100" kern="1200"/>
            <a:t>Strategia di Storage:</a:t>
          </a:r>
          <a:endParaRPr lang="en-US" sz="2100" kern="1200"/>
        </a:p>
      </dsp:txBody>
      <dsp:txXfrm>
        <a:off x="6855399" y="885023"/>
        <a:ext cx="2912309" cy="332124"/>
      </dsp:txXfrm>
    </dsp:sp>
    <dsp:sp modelId="{9FE3CBEF-76B5-47A2-8432-5C4C688B535C}">
      <dsp:nvSpPr>
        <dsp:cNvPr id="0" name=""/>
        <dsp:cNvSpPr/>
      </dsp:nvSpPr>
      <dsp:spPr>
        <a:xfrm>
          <a:off x="6855399" y="1268341"/>
          <a:ext cx="2912309" cy="2098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it-IT" sz="1600" b="1" kern="1200"/>
            <a:t>HDFS Replication Factor:</a:t>
          </a:r>
          <a:r>
            <a:rPr lang="it-IT" sz="1600" kern="1200"/>
            <a:t> 3</a:t>
          </a:r>
          <a:endParaRPr lang="en-US" sz="1600" kern="1200"/>
        </a:p>
        <a:p>
          <a:pPr marL="0" lvl="0" indent="0" algn="l" defTabSz="711200">
            <a:lnSpc>
              <a:spcPct val="100000"/>
            </a:lnSpc>
            <a:spcBef>
              <a:spcPct val="0"/>
            </a:spcBef>
            <a:spcAft>
              <a:spcPct val="35000"/>
            </a:spcAft>
            <a:buNone/>
          </a:pPr>
          <a:r>
            <a:rPr lang="it-IT" sz="1600" b="1" kern="1200" dirty="0"/>
            <a:t>Data </a:t>
          </a:r>
          <a:r>
            <a:rPr lang="it-IT" sz="1600" b="1" kern="1200" dirty="0" err="1"/>
            <a:t>Locality</a:t>
          </a:r>
          <a:r>
            <a:rPr lang="it-IT" sz="1600" b="1" kern="1200" dirty="0"/>
            <a:t>:</a:t>
          </a:r>
          <a:r>
            <a:rPr lang="it-IT" sz="1600" kern="1200" dirty="0"/>
            <a:t> Spark assegna i task ai worker che ospitano fisicamente i blocchi di dati, riducendo il traffico di rete</a:t>
          </a:r>
          <a:endParaRPr lang="en-US" sz="1600" kern="1200" dirty="0"/>
        </a:p>
        <a:p>
          <a:pPr marL="0" lvl="0" indent="0" algn="l" defTabSz="711200">
            <a:lnSpc>
              <a:spcPct val="100000"/>
            </a:lnSpc>
            <a:spcBef>
              <a:spcPct val="0"/>
            </a:spcBef>
            <a:spcAft>
              <a:spcPct val="35000"/>
            </a:spcAft>
            <a:buNone/>
          </a:pPr>
          <a:r>
            <a:rPr lang="it-IT" sz="1600" b="1" kern="1200"/>
            <a:t>Formato Dati:</a:t>
          </a:r>
          <a:r>
            <a:rPr lang="it-IT" sz="1600" kern="1200"/>
            <a:t> Apache Parquet</a:t>
          </a:r>
          <a:endParaRPr lang="en-US" sz="1600" kern="1200"/>
        </a:p>
      </dsp:txBody>
      <dsp:txXfrm>
        <a:off x="6855399" y="1268341"/>
        <a:ext cx="2912309" cy="20984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26584C-2273-45A9-9D54-1577B104DF6F}">
      <dsp:nvSpPr>
        <dsp:cNvPr id="0" name=""/>
        <dsp:cNvSpPr/>
      </dsp:nvSpPr>
      <dsp:spPr>
        <a:xfrm>
          <a:off x="0" y="0"/>
          <a:ext cx="9297130" cy="123021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t-IT" sz="1800" b="1" kern="1200"/>
            <a:t>Ingestione Dati</a:t>
          </a:r>
          <a:endParaRPr lang="it-IT" sz="1800" kern="1200" dirty="0"/>
        </a:p>
        <a:p>
          <a:pPr marL="114300" lvl="1" indent="-114300" algn="l" defTabSz="622300">
            <a:lnSpc>
              <a:spcPct val="90000"/>
            </a:lnSpc>
            <a:spcBef>
              <a:spcPct val="0"/>
            </a:spcBef>
            <a:spcAft>
              <a:spcPct val="15000"/>
            </a:spcAft>
            <a:buChar char="•"/>
          </a:pPr>
          <a:r>
            <a:rPr lang="it-IT" sz="1400" b="1" kern="1200"/>
            <a:t>Input:</a:t>
          </a:r>
          <a:r>
            <a:rPr lang="it-IT" sz="1400" kern="1200"/>
            <a:t> 20 File CSV eterogenei</a:t>
          </a:r>
          <a:endParaRPr lang="it-IT" sz="1400" kern="1200" dirty="0"/>
        </a:p>
        <a:p>
          <a:pPr marL="114300" lvl="1" indent="-114300" algn="l" defTabSz="622300">
            <a:lnSpc>
              <a:spcPct val="90000"/>
            </a:lnSpc>
            <a:spcBef>
              <a:spcPct val="0"/>
            </a:spcBef>
            <a:spcAft>
              <a:spcPct val="15000"/>
            </a:spcAft>
            <a:buChar char="•"/>
          </a:pPr>
          <a:r>
            <a:rPr lang="it-IT" sz="1400" b="1" kern="1200"/>
            <a:t>Action:</a:t>
          </a:r>
          <a:r>
            <a:rPr lang="it-IT" sz="1400" kern="1200"/>
            <a:t> Unificazione schema e normalizzazione</a:t>
          </a:r>
          <a:endParaRPr lang="it-IT" sz="1400" kern="1200" dirty="0"/>
        </a:p>
        <a:p>
          <a:pPr marL="114300" lvl="1" indent="-114300" algn="l" defTabSz="622300">
            <a:lnSpc>
              <a:spcPct val="90000"/>
            </a:lnSpc>
            <a:spcBef>
              <a:spcPct val="0"/>
            </a:spcBef>
            <a:spcAft>
              <a:spcPct val="15000"/>
            </a:spcAft>
            <a:buChar char="•"/>
          </a:pPr>
          <a:r>
            <a:rPr lang="it-IT" sz="1400" b="1" kern="1200"/>
            <a:t>Arricchimento:</a:t>
          </a:r>
          <a:r>
            <a:rPr lang="it-IT" sz="1400" kern="1200"/>
            <a:t> Tagging della sorgente </a:t>
          </a:r>
          <a:r>
            <a:rPr lang="it-IT" sz="1400" kern="1200">
              <a:latin typeface="Courier New" panose="02070309020205020404" pitchFamily="49" charset="0"/>
            </a:rPr>
            <a:t>app_name</a:t>
          </a:r>
          <a:r>
            <a:rPr lang="it-IT" sz="1400" kern="1200"/>
            <a:t> per tracciabilità</a:t>
          </a:r>
          <a:endParaRPr lang="it-IT" sz="1400" kern="1200" dirty="0"/>
        </a:p>
      </dsp:txBody>
      <dsp:txXfrm>
        <a:off x="36032" y="36032"/>
        <a:ext cx="7969633" cy="1158150"/>
      </dsp:txXfrm>
    </dsp:sp>
    <dsp:sp modelId="{B07F5BD8-E0D2-4891-B2E7-BB55F90DE9D3}">
      <dsp:nvSpPr>
        <dsp:cNvPr id="0" name=""/>
        <dsp:cNvSpPr/>
      </dsp:nvSpPr>
      <dsp:spPr>
        <a:xfrm>
          <a:off x="820335" y="1435249"/>
          <a:ext cx="9297130" cy="123021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t-IT" sz="1800" b="1" kern="1200" dirty="0"/>
            <a:t>Data </a:t>
          </a:r>
          <a:r>
            <a:rPr lang="it-IT" sz="1800" b="1" kern="1200" dirty="0" err="1"/>
            <a:t>Augmentation</a:t>
          </a:r>
          <a:endParaRPr lang="it-IT" sz="1800" kern="1200" dirty="0"/>
        </a:p>
        <a:p>
          <a:pPr marL="114300" lvl="1" indent="-114300" algn="l" defTabSz="622300">
            <a:lnSpc>
              <a:spcPct val="90000"/>
            </a:lnSpc>
            <a:spcBef>
              <a:spcPct val="0"/>
            </a:spcBef>
            <a:spcAft>
              <a:spcPct val="15000"/>
            </a:spcAft>
            <a:buChar char="•"/>
          </a:pPr>
          <a:r>
            <a:rPr lang="it-IT" sz="1400" b="1" kern="1200"/>
            <a:t>Obiettivo:</a:t>
          </a:r>
          <a:r>
            <a:rPr lang="it-IT" sz="1400" kern="1200"/>
            <a:t> aumentare il volume dei dati per effettuare stress test</a:t>
          </a:r>
          <a:endParaRPr lang="it-IT" sz="1400" kern="1200" dirty="0"/>
        </a:p>
        <a:p>
          <a:pPr marL="114300" lvl="1" indent="-114300" algn="l" defTabSz="622300">
            <a:lnSpc>
              <a:spcPct val="90000"/>
            </a:lnSpc>
            <a:spcBef>
              <a:spcPct val="0"/>
            </a:spcBef>
            <a:spcAft>
              <a:spcPct val="15000"/>
            </a:spcAft>
            <a:buChar char="•"/>
          </a:pPr>
          <a:r>
            <a:rPr lang="it-IT" sz="1400" b="1" kern="1200"/>
            <a:t>Tecnica:</a:t>
          </a:r>
          <a:r>
            <a:rPr lang="it-IT" sz="1400" kern="1200"/>
            <a:t> Funzioni Spark </a:t>
          </a:r>
          <a:r>
            <a:rPr lang="it-IT" sz="1400" kern="1200">
              <a:latin typeface="Courier New" panose="02070309020205020404" pitchFamily="49" charset="0"/>
            </a:rPr>
            <a:t>explode</a:t>
          </a:r>
          <a:r>
            <a:rPr lang="it-IT" sz="1400" kern="1200"/>
            <a:t> e </a:t>
          </a:r>
          <a:r>
            <a:rPr lang="it-IT" sz="1400" kern="1200">
              <a:latin typeface="Courier New" panose="02070309020205020404" pitchFamily="49" charset="0"/>
            </a:rPr>
            <a:t>array_repeat</a:t>
          </a:r>
          <a:r>
            <a:rPr lang="it-IT" sz="1400" kern="1200"/>
            <a:t>.</a:t>
          </a:r>
          <a:endParaRPr lang="it-IT" sz="1400" kern="1200" dirty="0"/>
        </a:p>
        <a:p>
          <a:pPr marL="114300" lvl="1" indent="-114300" algn="l" defTabSz="622300">
            <a:lnSpc>
              <a:spcPct val="90000"/>
            </a:lnSpc>
            <a:spcBef>
              <a:spcPct val="0"/>
            </a:spcBef>
            <a:spcAft>
              <a:spcPct val="15000"/>
            </a:spcAft>
            <a:buChar char="•"/>
          </a:pPr>
          <a:r>
            <a:rPr lang="it-IT" sz="1400" b="1" kern="1200"/>
            <a:t>Integrità:</a:t>
          </a:r>
          <a:r>
            <a:rPr lang="it-IT" sz="1400" kern="1200"/>
            <a:t> Generazione distribuita di chiave primaria </a:t>
          </a:r>
          <a:r>
            <a:rPr lang="it-IT" sz="1400" kern="1200">
              <a:latin typeface="Courier New" panose="02070309020205020404" pitchFamily="49" charset="0"/>
            </a:rPr>
            <a:t>unique_id</a:t>
          </a:r>
          <a:r>
            <a:rPr lang="it-IT" sz="1400" kern="1200"/>
            <a:t>.</a:t>
          </a:r>
          <a:endParaRPr lang="it-IT" sz="1400" kern="1200" dirty="0"/>
        </a:p>
      </dsp:txBody>
      <dsp:txXfrm>
        <a:off x="856367" y="1471281"/>
        <a:ext cx="7605092" cy="1158150"/>
      </dsp:txXfrm>
    </dsp:sp>
    <dsp:sp modelId="{BA9F67E1-98D6-41A2-97D4-8013577932E7}">
      <dsp:nvSpPr>
        <dsp:cNvPr id="0" name=""/>
        <dsp:cNvSpPr/>
      </dsp:nvSpPr>
      <dsp:spPr>
        <a:xfrm>
          <a:off x="1640670" y="2870499"/>
          <a:ext cx="9297130" cy="123021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it-IT" sz="1800" b="1" kern="1200" dirty="0"/>
            <a:t>Ottimizzazione e salvataggio dati</a:t>
          </a:r>
          <a:endParaRPr lang="it-IT" sz="1800" kern="1200" dirty="0"/>
        </a:p>
        <a:p>
          <a:pPr marL="114300" lvl="1" indent="-114300" algn="l" defTabSz="622300">
            <a:lnSpc>
              <a:spcPct val="90000"/>
            </a:lnSpc>
            <a:spcBef>
              <a:spcPct val="0"/>
            </a:spcBef>
            <a:spcAft>
              <a:spcPct val="15000"/>
            </a:spcAft>
            <a:buChar char="•"/>
          </a:pPr>
          <a:r>
            <a:rPr lang="it-IT" sz="1400" b="1" kern="1200"/>
            <a:t>Output:</a:t>
          </a:r>
          <a:r>
            <a:rPr lang="it-IT" sz="1400" kern="1200"/>
            <a:t> Scrittura su HDFS in formato parquet.</a:t>
          </a:r>
          <a:endParaRPr lang="it-IT" sz="1400" kern="1200" dirty="0"/>
        </a:p>
        <a:p>
          <a:pPr marL="114300" lvl="1" indent="-114300" algn="l" defTabSz="622300">
            <a:lnSpc>
              <a:spcPct val="90000"/>
            </a:lnSpc>
            <a:spcBef>
              <a:spcPct val="0"/>
            </a:spcBef>
            <a:spcAft>
              <a:spcPct val="15000"/>
            </a:spcAft>
            <a:buChar char="•"/>
          </a:pPr>
          <a:r>
            <a:rPr lang="it-IT" sz="1400" b="1" kern="1200"/>
            <a:t>Vantaggio:</a:t>
          </a:r>
          <a:r>
            <a:rPr lang="it-IT" sz="1400" kern="1200"/>
            <a:t> Abilitazione Projection Pushdown</a:t>
          </a:r>
        </a:p>
      </dsp:txBody>
      <dsp:txXfrm>
        <a:off x="1676702" y="2906531"/>
        <a:ext cx="7605092" cy="1158150"/>
      </dsp:txXfrm>
    </dsp:sp>
    <dsp:sp modelId="{97D2DD01-C12E-4CEE-9EE8-33A6C7215263}">
      <dsp:nvSpPr>
        <dsp:cNvPr id="0" name=""/>
        <dsp:cNvSpPr/>
      </dsp:nvSpPr>
      <dsp:spPr>
        <a:xfrm>
          <a:off x="8497491" y="932912"/>
          <a:ext cx="799639" cy="799639"/>
        </a:xfrm>
        <a:prstGeom prst="downArrow">
          <a:avLst>
            <a:gd name="adj1" fmla="val 55000"/>
            <a:gd name="adj2" fmla="val 45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it-IT" sz="3600" kern="1200"/>
        </a:p>
      </dsp:txBody>
      <dsp:txXfrm>
        <a:off x="8677410" y="932912"/>
        <a:ext cx="439801" cy="601728"/>
      </dsp:txXfrm>
    </dsp:sp>
    <dsp:sp modelId="{982D426E-30BC-4A47-B244-DD03100411C9}">
      <dsp:nvSpPr>
        <dsp:cNvPr id="0" name=""/>
        <dsp:cNvSpPr/>
      </dsp:nvSpPr>
      <dsp:spPr>
        <a:xfrm>
          <a:off x="9317826" y="2359960"/>
          <a:ext cx="799639" cy="799639"/>
        </a:xfrm>
        <a:prstGeom prst="downArrow">
          <a:avLst>
            <a:gd name="adj1" fmla="val 55000"/>
            <a:gd name="adj2" fmla="val 45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it-IT" sz="3600" kern="1200"/>
        </a:p>
      </dsp:txBody>
      <dsp:txXfrm>
        <a:off x="9497745" y="2359960"/>
        <a:ext cx="439801" cy="60172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37D2AF-0976-48BA-98AB-ACD96457D15F}">
      <dsp:nvSpPr>
        <dsp:cNvPr id="0" name=""/>
        <dsp:cNvSpPr/>
      </dsp:nvSpPr>
      <dsp:spPr>
        <a:xfrm>
          <a:off x="0" y="314096"/>
          <a:ext cx="11857703" cy="2176327"/>
        </a:xfrm>
        <a:prstGeom prst="rightArrow">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196266-D08A-4337-A122-6F206D0BF9FE}">
      <dsp:nvSpPr>
        <dsp:cNvPr id="0" name=""/>
        <dsp:cNvSpPr/>
      </dsp:nvSpPr>
      <dsp:spPr>
        <a:xfrm>
          <a:off x="8558621" y="2055158"/>
          <a:ext cx="2113311" cy="2920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755650">
            <a:lnSpc>
              <a:spcPct val="90000"/>
            </a:lnSpc>
            <a:spcBef>
              <a:spcPct val="0"/>
            </a:spcBef>
            <a:spcAft>
              <a:spcPct val="15000"/>
            </a:spcAft>
            <a:buChar char="•"/>
          </a:pPr>
          <a:r>
            <a:rPr lang="it-IT" sz="1700" b="1" kern="1200" dirty="0"/>
            <a:t>Calcolo:</a:t>
          </a:r>
          <a:r>
            <a:rPr lang="it-IT" sz="1700" kern="1200" dirty="0"/>
            <a:t> Conteggio distribuito delle occorrenze delle coppie di parole</a:t>
          </a:r>
          <a:endParaRPr lang="en-US" sz="1700" kern="1200" dirty="0"/>
        </a:p>
        <a:p>
          <a:pPr marL="171450" lvl="1" indent="-171450" algn="l" defTabSz="755650">
            <a:lnSpc>
              <a:spcPct val="90000"/>
            </a:lnSpc>
            <a:spcBef>
              <a:spcPct val="0"/>
            </a:spcBef>
            <a:spcAft>
              <a:spcPct val="15000"/>
            </a:spcAft>
            <a:buChar char="•"/>
          </a:pPr>
          <a:r>
            <a:rPr lang="en-US" sz="1700" b="1" kern="1200" dirty="0" err="1"/>
            <a:t>Salvataggio</a:t>
          </a:r>
          <a:r>
            <a:rPr lang="en-US" sz="1700" b="0" kern="1200" dirty="0"/>
            <a:t> </a:t>
          </a:r>
          <a:r>
            <a:rPr lang="en-US" sz="1700" b="1" kern="1200" dirty="0"/>
            <a:t>ed </a:t>
          </a:r>
          <a:r>
            <a:rPr lang="en-US" sz="1700" b="1" kern="1200" dirty="0" err="1"/>
            <a:t>esportazione</a:t>
          </a:r>
          <a:endParaRPr lang="en-US" sz="1700" b="1" kern="1200" dirty="0"/>
        </a:p>
      </dsp:txBody>
      <dsp:txXfrm>
        <a:off x="8558621" y="2055158"/>
        <a:ext cx="2113311" cy="2920500"/>
      </dsp:txXfrm>
    </dsp:sp>
    <dsp:sp modelId="{095D2C15-6F43-4DFE-9E36-2A77E47B4940}">
      <dsp:nvSpPr>
        <dsp:cNvPr id="0" name=""/>
        <dsp:cNvSpPr/>
      </dsp:nvSpPr>
      <dsp:spPr>
        <a:xfrm>
          <a:off x="8558621" y="858178"/>
          <a:ext cx="2113311" cy="1088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3520" rIns="0" bIns="223520" numCol="1" spcCol="1270" anchor="ctr" anchorCtr="0">
          <a:noAutofit/>
        </a:bodyPr>
        <a:lstStyle/>
        <a:p>
          <a:pPr marL="0" lvl="0" indent="0" algn="l" defTabSz="977900">
            <a:lnSpc>
              <a:spcPct val="90000"/>
            </a:lnSpc>
            <a:spcBef>
              <a:spcPct val="0"/>
            </a:spcBef>
            <a:spcAft>
              <a:spcPct val="35000"/>
            </a:spcAft>
            <a:buNone/>
          </a:pPr>
          <a:r>
            <a:rPr lang="it-IT" sz="2200" b="1" kern="1200"/>
            <a:t>Aggregazione MapReduce</a:t>
          </a:r>
          <a:endParaRPr lang="en-US" sz="2200" kern="1200"/>
        </a:p>
      </dsp:txBody>
      <dsp:txXfrm>
        <a:off x="8558621" y="858178"/>
        <a:ext cx="2113311" cy="1088163"/>
      </dsp:txXfrm>
    </dsp:sp>
    <dsp:sp modelId="{8A30E715-6168-49DC-AB6B-CE2665F37521}">
      <dsp:nvSpPr>
        <dsp:cNvPr id="0" name=""/>
        <dsp:cNvSpPr/>
      </dsp:nvSpPr>
      <dsp:spPr>
        <a:xfrm>
          <a:off x="6022647" y="2055158"/>
          <a:ext cx="2113311" cy="2920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755650">
            <a:lnSpc>
              <a:spcPct val="90000"/>
            </a:lnSpc>
            <a:spcBef>
              <a:spcPct val="0"/>
            </a:spcBef>
            <a:spcAft>
              <a:spcPct val="15000"/>
            </a:spcAft>
            <a:buChar char="•"/>
          </a:pPr>
          <a:r>
            <a:rPr lang="it-IT" sz="1700" b="1" kern="1200" dirty="0"/>
            <a:t>Filtraggio base:</a:t>
          </a:r>
          <a:r>
            <a:rPr lang="it-IT" sz="1700" kern="1200" dirty="0"/>
            <a:t> Rimozione di articoli, proposizioni e congiunzioni</a:t>
          </a:r>
          <a:endParaRPr lang="en-US" sz="1700" kern="1200" dirty="0"/>
        </a:p>
        <a:p>
          <a:pPr marL="171450" lvl="1" indent="-171450" algn="l" defTabSz="755650">
            <a:lnSpc>
              <a:spcPct val="90000"/>
            </a:lnSpc>
            <a:spcBef>
              <a:spcPct val="0"/>
            </a:spcBef>
            <a:spcAft>
              <a:spcPct val="15000"/>
            </a:spcAft>
            <a:buChar char="•"/>
          </a:pPr>
          <a:r>
            <a:rPr lang="it-IT" sz="1700" b="1" kern="1200" dirty="0"/>
            <a:t>Filtraggio di contesto:</a:t>
          </a:r>
          <a:r>
            <a:rPr lang="it-IT" sz="1700" kern="1200" dirty="0"/>
            <a:t> Rimozione termini ad alta frequenza ma poco informativi specifici del contesto.</a:t>
          </a:r>
          <a:endParaRPr lang="en-US" sz="1700" kern="1200" dirty="0"/>
        </a:p>
        <a:p>
          <a:pPr marL="171450" lvl="1" indent="-171450" algn="l" defTabSz="755650">
            <a:lnSpc>
              <a:spcPct val="90000"/>
            </a:lnSpc>
            <a:spcBef>
              <a:spcPct val="0"/>
            </a:spcBef>
            <a:spcAft>
              <a:spcPct val="15000"/>
            </a:spcAft>
            <a:buChar char="•"/>
          </a:pPr>
          <a:r>
            <a:rPr lang="it-IT" sz="1700" b="1" kern="1200" dirty="0"/>
            <a:t>Output:</a:t>
          </a:r>
          <a:r>
            <a:rPr lang="it-IT" sz="1700" kern="1200" dirty="0"/>
            <a:t> Solo coppie di parole utili</a:t>
          </a:r>
          <a:endParaRPr lang="en-US" sz="1700" kern="1200" dirty="0"/>
        </a:p>
      </dsp:txBody>
      <dsp:txXfrm>
        <a:off x="6022647" y="2055158"/>
        <a:ext cx="2113311" cy="2920500"/>
      </dsp:txXfrm>
    </dsp:sp>
    <dsp:sp modelId="{C901A7DC-005E-40D8-974D-25AA37B3523A}">
      <dsp:nvSpPr>
        <dsp:cNvPr id="0" name=""/>
        <dsp:cNvSpPr/>
      </dsp:nvSpPr>
      <dsp:spPr>
        <a:xfrm>
          <a:off x="6022647" y="858178"/>
          <a:ext cx="2113311" cy="1088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3520" rIns="0" bIns="223520" numCol="1" spcCol="1270" anchor="ctr" anchorCtr="0">
          <a:noAutofit/>
        </a:bodyPr>
        <a:lstStyle/>
        <a:p>
          <a:pPr marL="0" lvl="0" indent="0" algn="l" defTabSz="977900">
            <a:lnSpc>
              <a:spcPct val="90000"/>
            </a:lnSpc>
            <a:spcBef>
              <a:spcPct val="0"/>
            </a:spcBef>
            <a:spcAft>
              <a:spcPct val="35000"/>
            </a:spcAft>
            <a:buNone/>
          </a:pPr>
          <a:r>
            <a:rPr lang="it-IT" sz="2200" b="1" kern="1200" dirty="0" err="1"/>
            <a:t>Stopwords</a:t>
          </a:r>
          <a:r>
            <a:rPr lang="it-IT" sz="2200" b="1" kern="1200" dirty="0"/>
            <a:t> </a:t>
          </a:r>
          <a:r>
            <a:rPr lang="it-IT" sz="2200" b="1" kern="1200" dirty="0" err="1"/>
            <a:t>Removal</a:t>
          </a:r>
          <a:endParaRPr lang="en-US" sz="2200" kern="1200" dirty="0"/>
        </a:p>
      </dsp:txBody>
      <dsp:txXfrm>
        <a:off x="6022647" y="858178"/>
        <a:ext cx="2113311" cy="1088163"/>
      </dsp:txXfrm>
    </dsp:sp>
    <dsp:sp modelId="{3F49D824-B696-4EBD-8555-243546CB9537}">
      <dsp:nvSpPr>
        <dsp:cNvPr id="0" name=""/>
        <dsp:cNvSpPr/>
      </dsp:nvSpPr>
      <dsp:spPr>
        <a:xfrm>
          <a:off x="3486674" y="2055158"/>
          <a:ext cx="2113311" cy="2920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755650">
            <a:lnSpc>
              <a:spcPct val="90000"/>
            </a:lnSpc>
            <a:spcBef>
              <a:spcPct val="0"/>
            </a:spcBef>
            <a:spcAft>
              <a:spcPct val="15000"/>
            </a:spcAft>
            <a:buChar char="•"/>
          </a:pPr>
          <a:r>
            <a:rPr lang="it-IT" sz="1700" b="1" kern="1200" dirty="0"/>
            <a:t>Approccio: </a:t>
          </a:r>
          <a:r>
            <a:rPr lang="it-IT" sz="1700" b="0" kern="1200" dirty="0"/>
            <a:t>suddividere il testo delle recensioni in coppie di parole</a:t>
          </a:r>
          <a:endParaRPr lang="en-US" sz="1700" kern="1200" dirty="0"/>
        </a:p>
        <a:p>
          <a:pPr marL="171450" lvl="1" indent="-171450" algn="l" defTabSz="755650">
            <a:lnSpc>
              <a:spcPct val="90000"/>
            </a:lnSpc>
            <a:spcBef>
              <a:spcPct val="0"/>
            </a:spcBef>
            <a:spcAft>
              <a:spcPct val="15000"/>
            </a:spcAft>
            <a:buChar char="•"/>
          </a:pPr>
          <a:r>
            <a:rPr lang="it-IT" sz="1700" b="1" kern="1200" dirty="0"/>
            <a:t>Motivazione:</a:t>
          </a:r>
          <a:r>
            <a:rPr lang="it-IT" sz="1700" kern="1200" dirty="0"/>
            <a:t> Preservare il contesto semantico</a:t>
          </a:r>
          <a:endParaRPr lang="en-US" sz="1700" kern="1200" dirty="0"/>
        </a:p>
      </dsp:txBody>
      <dsp:txXfrm>
        <a:off x="3486674" y="2055158"/>
        <a:ext cx="2113311" cy="2920500"/>
      </dsp:txXfrm>
    </dsp:sp>
    <dsp:sp modelId="{4F2F3A95-9C38-4EC4-B68F-D999D42C91D2}">
      <dsp:nvSpPr>
        <dsp:cNvPr id="0" name=""/>
        <dsp:cNvSpPr/>
      </dsp:nvSpPr>
      <dsp:spPr>
        <a:xfrm>
          <a:off x="3486674" y="858178"/>
          <a:ext cx="2113311" cy="1088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3520" rIns="0" bIns="223520" numCol="1" spcCol="1270" anchor="ctr" anchorCtr="0">
          <a:noAutofit/>
        </a:bodyPr>
        <a:lstStyle/>
        <a:p>
          <a:pPr marL="0" lvl="0" indent="0" algn="l" defTabSz="977900">
            <a:lnSpc>
              <a:spcPct val="90000"/>
            </a:lnSpc>
            <a:spcBef>
              <a:spcPct val="0"/>
            </a:spcBef>
            <a:spcAft>
              <a:spcPct val="35000"/>
            </a:spcAft>
            <a:buNone/>
          </a:pPr>
          <a:r>
            <a:rPr lang="it-IT" sz="2200" b="1" kern="1200" dirty="0"/>
            <a:t>Estrazione dei bigrammi</a:t>
          </a:r>
          <a:endParaRPr lang="en-US" sz="2200" kern="1200" dirty="0"/>
        </a:p>
      </dsp:txBody>
      <dsp:txXfrm>
        <a:off x="3486674" y="858178"/>
        <a:ext cx="2113311" cy="1088163"/>
      </dsp:txXfrm>
    </dsp:sp>
    <dsp:sp modelId="{226C86D5-9BB0-4EC1-B9C1-712B8C4D493B}">
      <dsp:nvSpPr>
        <dsp:cNvPr id="0" name=""/>
        <dsp:cNvSpPr/>
      </dsp:nvSpPr>
      <dsp:spPr>
        <a:xfrm>
          <a:off x="950700" y="2055158"/>
          <a:ext cx="2113311" cy="2920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755650">
            <a:lnSpc>
              <a:spcPct val="90000"/>
            </a:lnSpc>
            <a:spcBef>
              <a:spcPct val="0"/>
            </a:spcBef>
            <a:spcAft>
              <a:spcPct val="15000"/>
            </a:spcAft>
            <a:buChar char="•"/>
          </a:pPr>
          <a:r>
            <a:rPr lang="it-IT" sz="1700" b="1" kern="1200" dirty="0"/>
            <a:t>Obiettivo:</a:t>
          </a:r>
          <a:r>
            <a:rPr lang="it-IT" sz="1700" kern="1200" dirty="0"/>
            <a:t> Riduzione del rumore</a:t>
          </a:r>
          <a:endParaRPr lang="en-US" sz="1700" kern="1200" dirty="0"/>
        </a:p>
        <a:p>
          <a:pPr marL="171450" lvl="1" indent="-171450" algn="l" defTabSz="755650">
            <a:lnSpc>
              <a:spcPct val="90000"/>
            </a:lnSpc>
            <a:spcBef>
              <a:spcPct val="0"/>
            </a:spcBef>
            <a:spcAft>
              <a:spcPct val="15000"/>
            </a:spcAft>
            <a:buChar char="•"/>
          </a:pPr>
          <a:r>
            <a:rPr lang="it-IT" sz="1700" b="1" kern="1200" dirty="0"/>
            <a:t>Tecnica:</a:t>
          </a:r>
          <a:r>
            <a:rPr lang="it-IT" sz="1700" kern="1200" dirty="0"/>
            <a:t> Utilizzo di </a:t>
          </a:r>
          <a:r>
            <a:rPr lang="it-IT" sz="1700" kern="1200" dirty="0" err="1"/>
            <a:t>Regex</a:t>
          </a:r>
          <a:r>
            <a:rPr lang="it-IT" sz="1700" kern="1200" dirty="0"/>
            <a:t> per eliminare caratteri non alfanumerici, punteggiatura e normalizzazione del testo</a:t>
          </a:r>
          <a:endParaRPr lang="en-US" sz="1700" kern="1200" dirty="0"/>
        </a:p>
        <a:p>
          <a:pPr marL="171450" lvl="1" indent="-171450" algn="l" defTabSz="755650">
            <a:lnSpc>
              <a:spcPct val="90000"/>
            </a:lnSpc>
            <a:spcBef>
              <a:spcPct val="0"/>
            </a:spcBef>
            <a:spcAft>
              <a:spcPct val="15000"/>
            </a:spcAft>
            <a:buChar char="•"/>
          </a:pPr>
          <a:r>
            <a:rPr lang="it-IT" sz="1700" b="1" kern="1200" dirty="0"/>
            <a:t>Risultato:</a:t>
          </a:r>
          <a:r>
            <a:rPr lang="it-IT" sz="1700" kern="1200" dirty="0"/>
            <a:t> Testo uniforme pronto per la tokenizzazione</a:t>
          </a:r>
          <a:endParaRPr lang="en-US" sz="1700" kern="1200" dirty="0"/>
        </a:p>
      </dsp:txBody>
      <dsp:txXfrm>
        <a:off x="950700" y="2055158"/>
        <a:ext cx="2113311" cy="2920500"/>
      </dsp:txXfrm>
    </dsp:sp>
    <dsp:sp modelId="{A231D25E-5976-40F2-9B6B-157CD57E9B20}">
      <dsp:nvSpPr>
        <dsp:cNvPr id="0" name=""/>
        <dsp:cNvSpPr/>
      </dsp:nvSpPr>
      <dsp:spPr>
        <a:xfrm>
          <a:off x="950700" y="858178"/>
          <a:ext cx="2113311" cy="1088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3520" rIns="0" bIns="223520" numCol="1" spcCol="1270" anchor="ctr" anchorCtr="0">
          <a:noAutofit/>
        </a:bodyPr>
        <a:lstStyle/>
        <a:p>
          <a:pPr marL="0" lvl="0" indent="0" algn="l" defTabSz="977900">
            <a:lnSpc>
              <a:spcPct val="90000"/>
            </a:lnSpc>
            <a:spcBef>
              <a:spcPct val="0"/>
            </a:spcBef>
            <a:spcAft>
              <a:spcPct val="35000"/>
            </a:spcAft>
            <a:buNone/>
          </a:pPr>
          <a:r>
            <a:rPr lang="it-IT" sz="2200" b="1" kern="1200" dirty="0" err="1"/>
            <a:t>Pre</a:t>
          </a:r>
          <a:r>
            <a:rPr lang="it-IT" sz="2200" b="1" kern="1200" dirty="0"/>
            <a:t>-processing e </a:t>
          </a:r>
          <a:r>
            <a:rPr lang="it-IT" sz="2200" b="1" kern="1200" dirty="0" err="1"/>
            <a:t>Cleaning</a:t>
          </a:r>
          <a:endParaRPr lang="en-US" sz="2200" kern="1200" dirty="0"/>
        </a:p>
      </dsp:txBody>
      <dsp:txXfrm>
        <a:off x="950700" y="858178"/>
        <a:ext cx="2113311" cy="108816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15A2A-5EEF-4067-9239-98588D2B1474}">
      <dsp:nvSpPr>
        <dsp:cNvPr id="0" name=""/>
        <dsp:cNvSpPr/>
      </dsp:nvSpPr>
      <dsp:spPr>
        <a:xfrm>
          <a:off x="0" y="63227"/>
          <a:ext cx="10726993"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it-IT" sz="2300" b="1" i="0" u="none" kern="1200" dirty="0"/>
            <a:t>Livello Macro: Global </a:t>
          </a:r>
          <a:r>
            <a:rPr lang="it-IT" sz="2300" b="1" i="0" u="none" kern="1200" dirty="0" err="1"/>
            <a:t>Ecosystem</a:t>
          </a:r>
          <a:r>
            <a:rPr lang="it-IT" sz="2300" b="1" i="0" u="none" kern="1200" dirty="0"/>
            <a:t> Analysis</a:t>
          </a:r>
          <a:endParaRPr lang="en-US" sz="2300" i="0" u="none" kern="1200" dirty="0"/>
        </a:p>
      </dsp:txBody>
      <dsp:txXfrm>
        <a:off x="26930" y="90157"/>
        <a:ext cx="10673133" cy="497795"/>
      </dsp:txXfrm>
    </dsp:sp>
    <dsp:sp modelId="{0FAB6298-351C-4C54-839F-6828A529466F}">
      <dsp:nvSpPr>
        <dsp:cNvPr id="0" name=""/>
        <dsp:cNvSpPr/>
      </dsp:nvSpPr>
      <dsp:spPr>
        <a:xfrm>
          <a:off x="0" y="614882"/>
          <a:ext cx="10726993" cy="2285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58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it-IT" sz="1800" b="1" i="0" u="none" kern="1200" dirty="0"/>
            <a:t>Approccio:</a:t>
          </a:r>
          <a:r>
            <a:rPr lang="it-IT" sz="1800" i="0" u="none" kern="1200" dirty="0"/>
            <a:t> Analisi dell'intero dataset come unico corpus così da evidenziare le tendenze trasversali</a:t>
          </a:r>
          <a:endParaRPr lang="en-US" sz="1800" i="0" u="none" kern="1200" dirty="0"/>
        </a:p>
        <a:p>
          <a:pPr marL="171450" lvl="1" indent="-171450" algn="l" defTabSz="800100">
            <a:lnSpc>
              <a:spcPct val="90000"/>
            </a:lnSpc>
            <a:spcBef>
              <a:spcPct val="0"/>
            </a:spcBef>
            <a:spcAft>
              <a:spcPct val="20000"/>
            </a:spcAft>
            <a:buChar char="•"/>
          </a:pPr>
          <a:r>
            <a:rPr lang="it-IT" sz="1800" b="1" i="0" u="none" kern="1200" dirty="0"/>
            <a:t>Risultato:</a:t>
          </a:r>
          <a:r>
            <a:rPr lang="it-IT" sz="1800" i="0" u="none" kern="1200" dirty="0"/>
            <a:t> </a:t>
          </a:r>
          <a:r>
            <a:rPr lang="it-IT" sz="1800" b="0" i="0" u="none" kern="1200" dirty="0"/>
            <a:t>Identificazione di 3 cluster di criticità universali</a:t>
          </a:r>
          <a:r>
            <a:rPr lang="it-IT" sz="1800" i="0" u="none" kern="1200" dirty="0"/>
            <a:t>:</a:t>
          </a:r>
          <a:endParaRPr lang="en-US" sz="1800" i="0" u="none" kern="1200" dirty="0"/>
        </a:p>
        <a:p>
          <a:pPr marL="342900" lvl="2" indent="-171450" algn="l" defTabSz="800100">
            <a:lnSpc>
              <a:spcPct val="90000"/>
            </a:lnSpc>
            <a:spcBef>
              <a:spcPct val="0"/>
            </a:spcBef>
            <a:spcAft>
              <a:spcPct val="20000"/>
            </a:spcAft>
            <a:buChar char="•"/>
          </a:pPr>
          <a:r>
            <a:rPr lang="it-IT" sz="1800" b="1" i="0" u="none" kern="1200" dirty="0"/>
            <a:t>Technical </a:t>
          </a:r>
          <a:r>
            <a:rPr lang="it-IT" sz="1800" b="1" i="0" u="none" kern="1200" dirty="0" err="1"/>
            <a:t>Failure</a:t>
          </a:r>
          <a:r>
            <a:rPr lang="it-IT" sz="1800" b="1" i="0" u="none" kern="1200" dirty="0"/>
            <a:t>: </a:t>
          </a:r>
          <a:r>
            <a:rPr lang="it-IT" sz="1800" b="0" i="0" u="none" kern="1200" dirty="0"/>
            <a:t>la </a:t>
          </a:r>
          <a:r>
            <a:rPr lang="it-IT" sz="1800" i="0" u="none" kern="1200" dirty="0"/>
            <a:t>stabilità tecnica pesa per oltre </a:t>
          </a:r>
          <a:r>
            <a:rPr lang="it-IT" sz="1800" b="0" i="0" u="none" kern="1200" dirty="0"/>
            <a:t>il 40% </a:t>
          </a:r>
          <a:r>
            <a:rPr lang="it-IT" sz="1800" i="0" u="none" kern="1200" dirty="0"/>
            <a:t>sulle recensioni negative, indipendentemente dal tipo di App.</a:t>
          </a:r>
          <a:endParaRPr lang="en-US" sz="1800" i="0" u="none" kern="1200" dirty="0"/>
        </a:p>
        <a:p>
          <a:pPr marL="342900" lvl="2" indent="-171450" algn="l" defTabSz="800100">
            <a:lnSpc>
              <a:spcPct val="90000"/>
            </a:lnSpc>
            <a:spcBef>
              <a:spcPct val="0"/>
            </a:spcBef>
            <a:spcAft>
              <a:spcPct val="20000"/>
            </a:spcAft>
            <a:buChar char="•"/>
          </a:pPr>
          <a:r>
            <a:rPr lang="it-IT" sz="1800" b="1" i="0" u="none" kern="1200" dirty="0"/>
            <a:t>Customer Support Gap:</a:t>
          </a:r>
          <a:r>
            <a:rPr lang="it-IT" sz="1800" i="0" u="none" kern="1200" dirty="0"/>
            <a:t> l'utente usa la recensione pubblica come canale per segnalare l'inefficacia dei mezzi di supporto tradizionali.</a:t>
          </a:r>
          <a:endParaRPr lang="en-US" sz="1800" i="0" u="none" kern="1200" dirty="0"/>
        </a:p>
        <a:p>
          <a:pPr marL="342900" lvl="2" indent="-171450" algn="l" defTabSz="800100">
            <a:lnSpc>
              <a:spcPct val="90000"/>
            </a:lnSpc>
            <a:spcBef>
              <a:spcPct val="0"/>
            </a:spcBef>
            <a:spcAft>
              <a:spcPct val="20000"/>
            </a:spcAft>
            <a:buChar char="•"/>
          </a:pPr>
          <a:r>
            <a:rPr lang="it-IT" sz="1800" b="1" i="0" u="none" kern="1200" dirty="0"/>
            <a:t>Dark Patterns &amp; Billing: f</a:t>
          </a:r>
          <a:r>
            <a:rPr lang="it-IT" sz="1800" i="0" u="none" kern="1200" dirty="0"/>
            <a:t>orte insofferenza verso rinnovi automatici poco trasparenti e gestione dei free trial.</a:t>
          </a:r>
          <a:endParaRPr lang="en-US" sz="1800" i="0" u="none" kern="1200" dirty="0"/>
        </a:p>
      </dsp:txBody>
      <dsp:txXfrm>
        <a:off x="0" y="614882"/>
        <a:ext cx="10726993" cy="2285280"/>
      </dsp:txXfrm>
    </dsp:sp>
    <dsp:sp modelId="{E28033EB-351B-4278-A642-8331E371A8F4}">
      <dsp:nvSpPr>
        <dsp:cNvPr id="0" name=""/>
        <dsp:cNvSpPr/>
      </dsp:nvSpPr>
      <dsp:spPr>
        <a:xfrm>
          <a:off x="0" y="2900163"/>
          <a:ext cx="10726993" cy="551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it-IT" sz="2300" b="1" i="0" u="none" kern="1200"/>
            <a:t>Livello Micro: Drill-Down Application Analysis</a:t>
          </a:r>
          <a:endParaRPr lang="en-US" sz="2300" i="0" u="none" kern="1200"/>
        </a:p>
      </dsp:txBody>
      <dsp:txXfrm>
        <a:off x="26930" y="2927093"/>
        <a:ext cx="10673133" cy="497795"/>
      </dsp:txXfrm>
    </dsp:sp>
    <dsp:sp modelId="{18DAEADF-2CEC-4EBA-9387-F8E046CD7134}">
      <dsp:nvSpPr>
        <dsp:cNvPr id="0" name=""/>
        <dsp:cNvSpPr/>
      </dsp:nvSpPr>
      <dsp:spPr>
        <a:xfrm>
          <a:off x="0" y="3451818"/>
          <a:ext cx="10726993" cy="1118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58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it-IT" sz="1800" b="1" i="0" u="none" kern="1200" dirty="0"/>
            <a:t>Tecnica:</a:t>
          </a:r>
          <a:r>
            <a:rPr lang="it-IT" sz="1800" i="0" u="none" kern="1200" dirty="0"/>
            <a:t> Utilizzo delle window </a:t>
          </a:r>
          <a:r>
            <a:rPr lang="it-IT" sz="1800" i="0" u="none" kern="1200" dirty="0" err="1"/>
            <a:t>function</a:t>
          </a:r>
          <a:r>
            <a:rPr lang="it-IT" sz="1800" i="0" u="none" kern="1200" dirty="0"/>
            <a:t> per partizionare l'analisi per App</a:t>
          </a:r>
          <a:endParaRPr lang="en-US" sz="1800" i="0" u="none" kern="1200" dirty="0"/>
        </a:p>
        <a:p>
          <a:pPr marL="171450" lvl="1" indent="-171450" algn="l" defTabSz="800100">
            <a:lnSpc>
              <a:spcPct val="90000"/>
            </a:lnSpc>
            <a:spcBef>
              <a:spcPct val="0"/>
            </a:spcBef>
            <a:spcAft>
              <a:spcPct val="20000"/>
            </a:spcAft>
            <a:buChar char="•"/>
          </a:pPr>
          <a:r>
            <a:rPr lang="it-IT" sz="1800" b="1" i="0" u="none" kern="1200" dirty="0"/>
            <a:t>Risultato:</a:t>
          </a:r>
          <a:r>
            <a:rPr lang="it-IT" sz="1800" i="0" u="none" kern="1200" dirty="0"/>
            <a:t> I driver di insoddisfazione cambiano radicalmente tra categorie (es. Gaming vs Utility), rendendo meno funzionali le strategie correttive generaliste tralasciando alcuni aspetti che riguardano il contesto dell’app.</a:t>
          </a:r>
          <a:endParaRPr lang="en-US" sz="1800" i="0" u="none" kern="1200" dirty="0"/>
        </a:p>
      </dsp:txBody>
      <dsp:txXfrm>
        <a:off x="0" y="3451818"/>
        <a:ext cx="10726993" cy="11188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dirty="0"/>
          </a:p>
        </p:txBody>
      </p:sp>
      <p:sp>
        <p:nvSpPr>
          <p:cNvPr id="3" name="Segnaposto data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it-IT" sz="1200"/>
            </a:lvl1pPr>
          </a:lstStyle>
          <a:p>
            <a:pPr rtl="0"/>
            <a:fld id="{6724D395-066A-4F84-B1F6-A3F921994FFC}" type="datetime1">
              <a:rPr lang="it-IT" smtClean="0"/>
              <a:t>27/01/2026</a:t>
            </a:fld>
            <a:endParaRPr lang="it-IT" dirty="0"/>
          </a:p>
        </p:txBody>
      </p:sp>
      <p:sp>
        <p:nvSpPr>
          <p:cNvPr id="4" name="Segnaposto piè di pagina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dirty="0"/>
          </a:p>
        </p:txBody>
      </p:sp>
      <p:sp>
        <p:nvSpPr>
          <p:cNvPr id="5" name="Segnaposto numero diapositiva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EAFF3A6F-DEFA-45E0-9496-BEE7C2C6F3D0}" type="slidenum">
              <a:rPr lang="it-IT" smtClean="0"/>
              <a:t>‹N›</a:t>
            </a:fld>
            <a:endParaRPr lang="it-IT"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dirty="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it-IT" sz="1200"/>
            </a:lvl1pPr>
          </a:lstStyle>
          <a:p>
            <a:fld id="{8E5CCF99-E88A-4792-B58A-FDEDC94DDECB}" type="datetime1">
              <a:rPr lang="it-IT" smtClean="0"/>
              <a:pPr/>
              <a:t>27/01/2026</a:t>
            </a:fld>
            <a:endParaRPr lang="it-IT" dirty="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it-IT"/>
            </a:defPPr>
          </a:lstStyle>
          <a:p>
            <a:pPr rtl="0"/>
            <a:endParaRPr lang="it-IT" dirty="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it-IT"/>
            </a:defPPr>
          </a:lstStyle>
          <a:p>
            <a:pPr lvl="0" rtl="0"/>
            <a:r>
              <a:rPr lang="it-IT"/>
              <a:t>Fare clic per modificare lo stile del titolo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dirty="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F97DC217-DF71-1A49-B3EA-559F1F43B0FF}" type="slidenum">
              <a:rPr lang="it-IT" smtClean="0"/>
              <a:t>‹N›</a:t>
            </a:fld>
            <a:endParaRPr lang="it-IT"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lang="it-IT" sz="1200" kern="1200">
        <a:solidFill>
          <a:schemeClr val="tx1"/>
        </a:solidFill>
        <a:latin typeface="+mn-lt"/>
        <a:ea typeface="+mn-ea"/>
        <a:cs typeface="+mn-cs"/>
      </a:defRPr>
    </a:lvl1pPr>
    <a:lvl2pPr marL="457200" algn="l" defTabSz="914400" rtl="0" eaLnBrk="1" latinLnBrk="0" hangingPunct="1">
      <a:defRPr lang="it-IT" sz="1200" kern="1200">
        <a:solidFill>
          <a:schemeClr val="tx1"/>
        </a:solidFill>
        <a:latin typeface="+mn-lt"/>
        <a:ea typeface="+mn-ea"/>
        <a:cs typeface="+mn-cs"/>
      </a:defRPr>
    </a:lvl2pPr>
    <a:lvl3pPr marL="914400" algn="l" defTabSz="914400" rtl="0" eaLnBrk="1" latinLnBrk="0" hangingPunct="1">
      <a:defRPr lang="it-IT" sz="1200" kern="1200">
        <a:solidFill>
          <a:schemeClr val="tx1"/>
        </a:solidFill>
        <a:latin typeface="+mn-lt"/>
        <a:ea typeface="+mn-ea"/>
        <a:cs typeface="+mn-cs"/>
      </a:defRPr>
    </a:lvl3pPr>
    <a:lvl4pPr marL="1371600" algn="l" defTabSz="914400" rtl="0" eaLnBrk="1" latinLnBrk="0" hangingPunct="1">
      <a:defRPr lang="it-IT" sz="1200" kern="1200">
        <a:solidFill>
          <a:schemeClr val="tx1"/>
        </a:solidFill>
        <a:latin typeface="+mn-lt"/>
        <a:ea typeface="+mn-ea"/>
        <a:cs typeface="+mn-cs"/>
      </a:defRPr>
    </a:lvl4pPr>
    <a:lvl5pPr marL="1828800" algn="l" defTabSz="914400" rtl="0" eaLnBrk="1" latinLnBrk="0" hangingPunct="1">
      <a:defRPr lang="it-IT" sz="1200" kern="1200">
        <a:solidFill>
          <a:schemeClr val="tx1"/>
        </a:solidFill>
        <a:latin typeface="+mn-lt"/>
        <a:ea typeface="+mn-ea"/>
        <a:cs typeface="+mn-cs"/>
      </a:defRPr>
    </a:lvl5pPr>
    <a:lvl6pPr marL="2286000" algn="l" defTabSz="914400" rtl="0" eaLnBrk="1" latinLnBrk="0" hangingPunct="1">
      <a:defRPr lang="it-IT" sz="1200" kern="1200">
        <a:solidFill>
          <a:schemeClr val="tx1"/>
        </a:solidFill>
        <a:latin typeface="+mn-lt"/>
        <a:ea typeface="+mn-ea"/>
        <a:cs typeface="+mn-cs"/>
      </a:defRPr>
    </a:lvl6pPr>
    <a:lvl7pPr marL="2743200" algn="l" defTabSz="914400" rtl="0" eaLnBrk="1" latinLnBrk="0" hangingPunct="1">
      <a:defRPr lang="it-IT" sz="1200" kern="1200">
        <a:solidFill>
          <a:schemeClr val="tx1"/>
        </a:solidFill>
        <a:latin typeface="+mn-lt"/>
        <a:ea typeface="+mn-ea"/>
        <a:cs typeface="+mn-cs"/>
      </a:defRPr>
    </a:lvl7pPr>
    <a:lvl8pPr marL="3200400" algn="l" defTabSz="914400" rtl="0" eaLnBrk="1" latinLnBrk="0" hangingPunct="1">
      <a:defRPr lang="it-IT" sz="1200" kern="1200">
        <a:solidFill>
          <a:schemeClr val="tx1"/>
        </a:solidFill>
        <a:latin typeface="+mn-lt"/>
        <a:ea typeface="+mn-ea"/>
        <a:cs typeface="+mn-cs"/>
      </a:defRPr>
    </a:lvl8pPr>
    <a:lvl9pPr marL="3657600" algn="l" defTabSz="914400" rtl="0" eaLnBrk="1" latinLnBrk="0" hangingPunct="1">
      <a:defRPr lang="it-IT"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F97DC217-DF71-1A49-B3EA-559F1F43B0FF}" type="slidenum">
              <a:rPr lang="it-IT" smtClean="0"/>
              <a:t>1</a:t>
            </a:fld>
            <a:endParaRPr lang="it-IT"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F97DC217-DF71-1A49-B3EA-559F1F43B0FF}" type="slidenum">
              <a:rPr lang="it-IT" smtClean="0"/>
              <a:t>2</a:t>
            </a:fld>
            <a:endParaRPr lang="it-IT"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F97DC217-DF71-1A49-B3EA-559F1F43B0FF}" type="slidenum">
              <a:rPr lang="it-IT" smtClean="0"/>
              <a:t>4</a:t>
            </a:fld>
            <a:endParaRPr lang="it-IT"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F43A8-3663-63DA-F6C1-7E8AF73720C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33B34DF-A2A3-51A7-1894-5DF4E7A580D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D686E4D-FE55-5EA2-9580-5B27EE065465}"/>
              </a:ext>
            </a:extLst>
          </p:cNvPr>
          <p:cNvSpPr>
            <a:spLocks noGrp="1"/>
          </p:cNvSpPr>
          <p:nvPr>
            <p:ph type="body" idx="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0A283BF9-699E-4F3F-C70F-5E24C3432B14}"/>
              </a:ext>
            </a:extLst>
          </p:cNvPr>
          <p:cNvSpPr>
            <a:spLocks noGrp="1"/>
          </p:cNvSpPr>
          <p:nvPr>
            <p:ph type="sldNum" sz="quarter" idx="5"/>
          </p:nvPr>
        </p:nvSpPr>
        <p:spPr/>
        <p:txBody>
          <a:bodyPr rtlCol="0"/>
          <a:lstStyle>
            <a:defPPr>
              <a:defRPr lang="it-IT"/>
            </a:defPPr>
          </a:lstStyle>
          <a:p>
            <a:pPr rtl="0"/>
            <a:fld id="{F97DC217-DF71-1A49-B3EA-559F1F43B0FF}" type="slidenum">
              <a:rPr lang="it-IT" smtClean="0"/>
              <a:t>5</a:t>
            </a:fld>
            <a:endParaRPr lang="it-IT" dirty="0"/>
          </a:p>
        </p:txBody>
      </p:sp>
    </p:spTree>
    <p:extLst>
      <p:ext uri="{BB962C8B-B14F-4D97-AF65-F5344CB8AC3E}">
        <p14:creationId xmlns:p14="http://schemas.microsoft.com/office/powerpoint/2010/main" val="867190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F97DC217-DF71-1A49-B3EA-559F1F43B0FF}" type="slidenum">
              <a:rPr lang="it-IT" smtClean="0"/>
              <a:t>6</a:t>
            </a:fld>
            <a:endParaRPr lang="it-IT" dirty="0"/>
          </a:p>
        </p:txBody>
      </p:sp>
    </p:spTree>
    <p:extLst>
      <p:ext uri="{BB962C8B-B14F-4D97-AF65-F5344CB8AC3E}">
        <p14:creationId xmlns:p14="http://schemas.microsoft.com/office/powerpoint/2010/main" val="419479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DB7BC-EA61-EE7C-3A52-D15CAB3EFED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3752D95-12D0-2CB6-479C-ED35F8B4592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BB98F56-EDAD-7890-0E11-147FB8965488}"/>
              </a:ext>
            </a:extLst>
          </p:cNvPr>
          <p:cNvSpPr>
            <a:spLocks noGrp="1"/>
          </p:cNvSpPr>
          <p:nvPr>
            <p:ph type="body" idx="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8D62F8D6-3116-754B-BFB4-F26DFE294BA0}"/>
              </a:ext>
            </a:extLst>
          </p:cNvPr>
          <p:cNvSpPr>
            <a:spLocks noGrp="1"/>
          </p:cNvSpPr>
          <p:nvPr>
            <p:ph type="sldNum" sz="quarter" idx="5"/>
          </p:nvPr>
        </p:nvSpPr>
        <p:spPr/>
        <p:txBody>
          <a:bodyPr rtlCol="0"/>
          <a:lstStyle>
            <a:defPPr>
              <a:defRPr lang="it-IT"/>
            </a:defPPr>
          </a:lstStyle>
          <a:p>
            <a:pPr rtl="0"/>
            <a:fld id="{F97DC217-DF71-1A49-B3EA-559F1F43B0FF}" type="slidenum">
              <a:rPr lang="it-IT" smtClean="0"/>
              <a:t>7</a:t>
            </a:fld>
            <a:endParaRPr lang="it-IT" dirty="0"/>
          </a:p>
        </p:txBody>
      </p:sp>
    </p:spTree>
    <p:extLst>
      <p:ext uri="{BB962C8B-B14F-4D97-AF65-F5344CB8AC3E}">
        <p14:creationId xmlns:p14="http://schemas.microsoft.com/office/powerpoint/2010/main" val="3083305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F97DC217-DF71-1A49-B3EA-559F1F43B0FF}" type="slidenum">
              <a:rPr lang="it-IT" smtClean="0"/>
              <a:t>8</a:t>
            </a:fld>
            <a:endParaRPr lang="it-IT" dirty="0"/>
          </a:p>
        </p:txBody>
      </p:sp>
    </p:spTree>
    <p:extLst>
      <p:ext uri="{BB962C8B-B14F-4D97-AF65-F5344CB8AC3E}">
        <p14:creationId xmlns:p14="http://schemas.microsoft.com/office/powerpoint/2010/main" val="1639086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pPr rtl="0"/>
            <a:fld id="{F97DC217-DF71-1A49-B3EA-559F1F43B0FF}" type="slidenum">
              <a:rPr lang="it-IT" smtClean="0"/>
              <a:t>9</a:t>
            </a:fld>
            <a:endParaRPr lang="it-IT" dirty="0"/>
          </a:p>
        </p:txBody>
      </p:sp>
    </p:spTree>
    <p:extLst>
      <p:ext uri="{BB962C8B-B14F-4D97-AF65-F5344CB8AC3E}">
        <p14:creationId xmlns:p14="http://schemas.microsoft.com/office/powerpoint/2010/main" val="4250559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F97DC217-DF71-1A49-B3EA-559F1F43B0FF}" type="slidenum">
              <a:rPr lang="it-IT" smtClean="0"/>
              <a:t>11</a:t>
            </a:fld>
            <a:endParaRPr lang="it-IT"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p>
        </p:txBody>
      </p:sp>
      <p:grpSp>
        <p:nvGrpSpPr>
          <p:cNvPr id="7" name="Gruppo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e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p>
          </p:txBody>
        </p:sp>
        <p:sp>
          <p:nvSpPr>
            <p:cNvPr id="11" name="Figura a mano libera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9" name="Figura a mano libera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nvGrpSpPr>
            <p:cNvPr id="6" name="Gruppo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igura a mano libera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16" name="Figura a mano libera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sp>
          <p:nvSpPr>
            <p:cNvPr id="22" name="Figura a mano libera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28" name="Figura a mano libera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sp>
        <p:nvSpPr>
          <p:cNvPr id="2" name="Tito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rtlCol="0" anchor="b">
            <a:noAutofit/>
          </a:bodyPr>
          <a:lstStyle>
            <a:lvl1pPr algn="l">
              <a:defRPr lang="it-IT" sz="6000" b="1">
                <a:latin typeface="+mj-lt"/>
              </a:defRPr>
            </a:lvl1pPr>
          </a:lstStyle>
          <a:p>
            <a:pPr rtl="0"/>
            <a:r>
              <a:rPr lang="it-IT"/>
              <a:t>Fare clic per inserire il titolo</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grpSp>
        <p:nvGrpSpPr>
          <p:cNvPr id="13" name="Grup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igura a mano libera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5" name="Figura a mano libera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latin typeface="+mn-lt"/>
              </a:endParaRPr>
            </a:p>
          </p:txBody>
        </p:sp>
        <p:sp>
          <p:nvSpPr>
            <p:cNvPr id="6" name="Figura a mano libera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nvGrpSpPr>
            <p:cNvPr id="9" name="Grup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igura a mano libera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latin typeface="+mn-lt"/>
                </a:endParaRPr>
              </a:p>
            </p:txBody>
          </p:sp>
          <p:sp>
            <p:nvSpPr>
              <p:cNvPr id="8" name="Figura a mano libera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latin typeface="+mn-lt"/>
                </a:endParaRPr>
              </a:p>
            </p:txBody>
          </p:sp>
        </p:grpSp>
      </p:grpSp>
      <p:sp>
        <p:nvSpPr>
          <p:cNvPr id="2" name="Tito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rtlCol="0" anchor="b">
            <a:noAutofit/>
          </a:bodyPr>
          <a:lstStyle>
            <a:lvl1pPr>
              <a:defRPr lang="it-IT" sz="4200" b="1">
                <a:latin typeface="+mj-lt"/>
              </a:defRPr>
            </a:lvl1pPr>
          </a:lstStyle>
          <a:p>
            <a:pPr rtl="0"/>
            <a:r>
              <a:rPr lang="it-IT"/>
              <a:t>Fare clic per inserire il titolo</a:t>
            </a:r>
          </a:p>
        </p:txBody>
      </p:sp>
      <p:sp>
        <p:nvSpPr>
          <p:cNvPr id="3" name="Segnaposto contenuto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rtlCol="0">
            <a:normAutofit/>
          </a:bodyPr>
          <a:lstStyle>
            <a:lvl1pPr marL="0" indent="0">
              <a:buNone/>
              <a:defRPr lang="it-IT">
                <a:latin typeface="+mn-lt"/>
              </a:defRPr>
            </a:lvl1pPr>
            <a:lvl2pPr marL="457200" indent="0">
              <a:buNone/>
              <a:defRPr lang="it-IT">
                <a:latin typeface="+mn-lt"/>
              </a:defRPr>
            </a:lvl2pPr>
            <a:lvl3pPr marL="914400" indent="0">
              <a:buNone/>
              <a:defRPr lang="it-IT">
                <a:latin typeface="+mn-lt"/>
              </a:defRPr>
            </a:lvl3pPr>
            <a:lvl4pPr marL="1371600" indent="0">
              <a:buNone/>
              <a:defRPr lang="it-IT">
                <a:latin typeface="+mn-lt"/>
              </a:defRPr>
            </a:lvl4pPr>
            <a:lvl5pPr marL="1828800" indent="0">
              <a:buNone/>
              <a:defRPr lang="it-IT">
                <a:latin typeface="+mn-lt"/>
              </a:defRPr>
            </a:lvl5pPr>
          </a:lstStyle>
          <a:p>
            <a:pPr lvl="0" rtl="0"/>
            <a:r>
              <a:rPr lang="it-IT"/>
              <a:t>Fare clic per inserire il testo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it-IT" sz="1200">
                <a:solidFill>
                  <a:schemeClr val="accent3"/>
                </a:solidFill>
                <a:latin typeface="+mn-lt"/>
              </a:defRPr>
            </a:lvl1pPr>
          </a:lstStyle>
          <a:p>
            <a:pPr rtl="0"/>
            <a:r>
              <a:rPr lang="it-IT"/>
              <a:t>08/09/20XX</a:t>
            </a:r>
          </a:p>
        </p:txBody>
      </p:sp>
      <p:sp>
        <p:nvSpPr>
          <p:cNvPr id="11" name="Segnaposto piè di pa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it-IT" sz="1200">
                <a:solidFill>
                  <a:schemeClr val="accent3"/>
                </a:solidFill>
                <a:latin typeface="+mn-lt"/>
              </a:defRPr>
            </a:lvl1pPr>
          </a:lstStyle>
          <a:p>
            <a:pPr rtl="0"/>
            <a:endParaRPr lang="it-IT" dirty="0"/>
          </a:p>
        </p:txBody>
      </p:sp>
      <p:sp>
        <p:nvSpPr>
          <p:cNvPr id="12" name="Segnaposto numero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it-IT" sz="1200">
                <a:solidFill>
                  <a:schemeClr val="accent2"/>
                </a:solidFill>
                <a:latin typeface="+mn-lt"/>
              </a:defRPr>
            </a:lvl1pPr>
          </a:lstStyle>
          <a:p>
            <a:pPr rtl="0"/>
            <a:fld id="{294A09A9-5501-47C1-A89A-A340965A2BE2}" type="slidenum">
              <a:rPr lang="it-IT" smtClean="0"/>
              <a:pPr/>
              <a:t>‹N›</a:t>
            </a:fld>
            <a:endParaRPr lang="it-IT"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olo e immagine a destra">
    <p:spTree>
      <p:nvGrpSpPr>
        <p:cNvPr id="1" name=""/>
        <p:cNvGrpSpPr/>
        <p:nvPr/>
      </p:nvGrpSpPr>
      <p:grpSpPr>
        <a:xfrm>
          <a:off x="0" y="0"/>
          <a:ext cx="0" cy="0"/>
          <a:chOff x="0" y="0"/>
          <a:chExt cx="0" cy="0"/>
        </a:xfrm>
      </p:grpSpPr>
      <p:grpSp>
        <p:nvGrpSpPr>
          <p:cNvPr id="13" name="Grup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igura a mano libera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5" name="Figura a mano libera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latin typeface="+mn-lt"/>
              </a:endParaRPr>
            </a:p>
          </p:txBody>
        </p:sp>
        <p:sp>
          <p:nvSpPr>
            <p:cNvPr id="6" name="Figura a mano libera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nvGrpSpPr>
            <p:cNvPr id="9" name="Grup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igura a mano libera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latin typeface="+mn-lt"/>
                </a:endParaRPr>
              </a:p>
            </p:txBody>
          </p:sp>
          <p:sp>
            <p:nvSpPr>
              <p:cNvPr id="8" name="Figura a mano libera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latin typeface="+mn-lt"/>
                </a:endParaRPr>
              </a:p>
            </p:txBody>
          </p:sp>
        </p:grpSp>
      </p:grpSp>
      <p:sp>
        <p:nvSpPr>
          <p:cNvPr id="2" name="Tito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rtlCol="0" anchor="ctr" anchorCtr="0">
            <a:noAutofit/>
          </a:bodyPr>
          <a:lstStyle>
            <a:lvl1pPr>
              <a:defRPr lang="it-IT" sz="6000" b="1">
                <a:latin typeface="+mj-lt"/>
              </a:defRPr>
            </a:lvl1pPr>
          </a:lstStyle>
          <a:p>
            <a:pPr rtl="0"/>
            <a:r>
              <a:rPr lang="it-IT"/>
              <a:t>Fare clic per inserire il titolo</a:t>
            </a:r>
          </a:p>
        </p:txBody>
      </p:sp>
      <p:sp>
        <p:nvSpPr>
          <p:cNvPr id="15" name="Segnaposto immagine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rtlCol="0"/>
          <a:lstStyle>
            <a:lvl1pPr marL="0" indent="0" algn="ctr">
              <a:buNone/>
              <a:defRPr lang="it-IT" sz="2000"/>
            </a:lvl1pPr>
          </a:lstStyle>
          <a:p>
            <a:pPr rtl="0"/>
            <a:r>
              <a:rPr lang="it-IT"/>
              <a:t>Fare clic sull'icona per inserire un'immagine</a:t>
            </a:r>
          </a:p>
        </p:txBody>
      </p:sp>
      <p:sp>
        <p:nvSpPr>
          <p:cNvPr id="10" name="Segnaposto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it-IT" sz="1200">
                <a:solidFill>
                  <a:schemeClr val="accent3"/>
                </a:solidFill>
                <a:latin typeface="+mn-lt"/>
              </a:defRPr>
            </a:lvl1pPr>
          </a:lstStyle>
          <a:p>
            <a:pPr rtl="0"/>
            <a:r>
              <a:rPr lang="it-IT"/>
              <a:t>08/09/20XX</a:t>
            </a:r>
          </a:p>
        </p:txBody>
      </p:sp>
      <p:sp>
        <p:nvSpPr>
          <p:cNvPr id="11" name="Segnaposto piè di pa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it-IT" sz="1200">
                <a:solidFill>
                  <a:schemeClr val="accent3"/>
                </a:solidFill>
                <a:latin typeface="+mn-lt"/>
              </a:defRPr>
            </a:lvl1pPr>
          </a:lstStyle>
          <a:p>
            <a:pPr rtl="0"/>
            <a:endParaRPr lang="it-IT" dirty="0"/>
          </a:p>
        </p:txBody>
      </p:sp>
      <p:sp>
        <p:nvSpPr>
          <p:cNvPr id="12" name="Segnaposto numero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it-IT" sz="1200">
                <a:solidFill>
                  <a:schemeClr val="accent2"/>
                </a:solidFill>
                <a:latin typeface="+mn-lt"/>
              </a:defRPr>
            </a:lvl1pPr>
          </a:lstStyle>
          <a:p>
            <a:pPr rtl="0"/>
            <a:fld id="{294A09A9-5501-47C1-A89A-A340965A2BE2}" type="slidenum">
              <a:rPr lang="it-IT" smtClean="0"/>
              <a:pPr/>
              <a:t>‹N›</a:t>
            </a:fld>
            <a:endParaRPr lang="it-IT"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e contenuto 2">
    <p:bg>
      <p:bgPr>
        <a:solidFill>
          <a:schemeClr val="accent2"/>
        </a:solidFill>
        <a:effectLst/>
      </p:bgPr>
    </p:bg>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ttangolo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p>
          </p:txBody>
        </p:sp>
        <p:sp>
          <p:nvSpPr>
            <p:cNvPr id="12" name="Figura a mano libera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14" name="Figura a mano libera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15" name="Figura a mano libera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sp>
        <p:nvSpPr>
          <p:cNvPr id="13" name="Titolo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rtlCol="0" anchor="b">
            <a:noAutofit/>
          </a:bodyPr>
          <a:lstStyle>
            <a:lvl1pPr>
              <a:defRPr lang="it-IT" sz="4200" b="1">
                <a:latin typeface="+mj-lt"/>
              </a:defRPr>
            </a:lvl1pPr>
          </a:lstStyle>
          <a:p>
            <a:pPr rtl="0"/>
            <a:r>
              <a:rPr lang="it-IT"/>
              <a:t>Fare clic per inserire il titolo</a:t>
            </a:r>
          </a:p>
        </p:txBody>
      </p:sp>
      <p:sp>
        <p:nvSpPr>
          <p:cNvPr id="3" name="Segnaposto contenuto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rtlCol="0">
            <a:normAutofit/>
          </a:bodyPr>
          <a:lstStyle>
            <a:lvl1pPr marL="342900" indent="-283464">
              <a:spcBef>
                <a:spcPts val="1000"/>
              </a:spcBef>
              <a:buFont typeface="Arial" panose="020B0604020202020204" pitchFamily="34" charset="0"/>
              <a:buChar char="•"/>
              <a:defRPr lang="it-IT" sz="2000">
                <a:solidFill>
                  <a:schemeClr val="bg1"/>
                </a:solidFill>
                <a:latin typeface="+mn-lt"/>
              </a:defRPr>
            </a:lvl1pPr>
            <a:lvl2pPr marL="566928" indent="-283464">
              <a:spcBef>
                <a:spcPts val="1000"/>
              </a:spcBef>
              <a:buFont typeface="Arial" panose="020B0604020202020204" pitchFamily="34" charset="0"/>
              <a:buChar char="•"/>
              <a:defRPr lang="it-IT" sz="2000">
                <a:solidFill>
                  <a:schemeClr val="bg1"/>
                </a:solidFill>
                <a:latin typeface="+mn-lt"/>
              </a:defRPr>
            </a:lvl2pPr>
            <a:lvl3pPr marL="850392" indent="-283464">
              <a:spcBef>
                <a:spcPts val="1000"/>
              </a:spcBef>
              <a:buFont typeface="Arial" panose="020B0604020202020204" pitchFamily="34" charset="0"/>
              <a:buChar char="•"/>
              <a:defRPr lang="it-IT" sz="2000">
                <a:solidFill>
                  <a:schemeClr val="bg1"/>
                </a:solidFill>
                <a:latin typeface="+mn-lt"/>
              </a:defRPr>
            </a:lvl3pPr>
            <a:lvl4pPr marL="1097280" indent="-283464">
              <a:spcBef>
                <a:spcPts val="1000"/>
              </a:spcBef>
              <a:buFont typeface="Arial" panose="020B0604020202020204" pitchFamily="34" charset="0"/>
              <a:buChar char="•"/>
              <a:defRPr lang="it-IT" sz="2000">
                <a:solidFill>
                  <a:schemeClr val="bg1"/>
                </a:solidFill>
                <a:latin typeface="+mn-lt"/>
              </a:defRPr>
            </a:lvl4pPr>
            <a:lvl5pPr marL="1371600" indent="-283464">
              <a:spcBef>
                <a:spcPts val="1000"/>
              </a:spcBef>
              <a:buFont typeface="Arial" panose="020B0604020202020204" pitchFamily="34" charset="0"/>
              <a:buChar char="•"/>
              <a:defRPr lang="it-IT" sz="2000">
                <a:solidFill>
                  <a:schemeClr val="bg1"/>
                </a:solidFill>
                <a:latin typeface="+mn-lt"/>
              </a:defRPr>
            </a:lvl5pPr>
          </a:lstStyle>
          <a:p>
            <a:pPr lvl="0" rtl="0"/>
            <a:r>
              <a:rPr lang="it-IT"/>
              <a:t>Fare clic per inserire il testo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4" name="Segnaposto data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it-IT">
                <a:solidFill>
                  <a:schemeClr val="accent2"/>
                </a:solidFill>
                <a:latin typeface="+mn-lt"/>
              </a:defRPr>
            </a:lvl1pPr>
          </a:lstStyle>
          <a:p>
            <a:pPr rtl="0"/>
            <a:r>
              <a:rPr lang="it-IT"/>
              <a:t>08/09/20XX</a:t>
            </a:r>
          </a:p>
        </p:txBody>
      </p:sp>
      <p:sp>
        <p:nvSpPr>
          <p:cNvPr id="5" name="Segnaposto piè di pagina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it-IT">
                <a:solidFill>
                  <a:schemeClr val="accent2"/>
                </a:solidFill>
                <a:latin typeface="+mn-lt"/>
              </a:defRPr>
            </a:lvl1pPr>
          </a:lstStyle>
          <a:p>
            <a:pPr rtl="0"/>
            <a:endParaRPr lang="it-IT" dirty="0"/>
          </a:p>
        </p:txBody>
      </p:sp>
      <p:sp>
        <p:nvSpPr>
          <p:cNvPr id="6" name="Segnaposto numero diapositiva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it-IT">
                <a:solidFill>
                  <a:schemeClr val="accent3"/>
                </a:solidFill>
                <a:latin typeface="+mn-lt"/>
              </a:defRPr>
            </a:lvl1pPr>
          </a:lstStyle>
          <a:p>
            <a:pPr rtl="0"/>
            <a:fld id="{294A09A9-5501-47C1-A89A-A340965A2BE2}" type="slidenum">
              <a:rPr lang="it-IT" smtClean="0"/>
              <a:pPr/>
              <a:t>‹N›</a:t>
            </a:fld>
            <a:endParaRPr lang="it-IT" dirty="0"/>
          </a:p>
        </p:txBody>
      </p:sp>
    </p:spTree>
    <p:extLst>
      <p:ext uri="{BB962C8B-B14F-4D97-AF65-F5344CB8AC3E}">
        <p14:creationId xmlns:p14="http://schemas.microsoft.com/office/powerpoint/2010/main" val="2883176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olo della sezione">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igura a mano libera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nvGrpSpPr>
            <p:cNvPr id="6" name="Gruppo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igura a mano libera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16" name="Figura a mano libera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sp>
          <p:nvSpPr>
            <p:cNvPr id="17" name="Figura a mano libera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18" name="Figura a mano libera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sp>
        <p:nvSpPr>
          <p:cNvPr id="2" name="Tito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rtlCol="0" anchor="b">
            <a:noAutofit/>
          </a:bodyPr>
          <a:lstStyle>
            <a:lvl1pPr algn="l">
              <a:defRPr lang="it-IT" sz="6000" b="1">
                <a:solidFill>
                  <a:schemeClr val="bg1"/>
                </a:solidFill>
                <a:latin typeface="+mj-lt"/>
              </a:defRPr>
            </a:lvl1pPr>
          </a:lstStyle>
          <a:p>
            <a:pPr rtl="0"/>
            <a:r>
              <a:rPr lang="it-IT"/>
              <a:t>Fare clic per inserire il titolo</a:t>
            </a:r>
          </a:p>
        </p:txBody>
      </p:sp>
      <p:sp>
        <p:nvSpPr>
          <p:cNvPr id="3" name="Sottotitolo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rtlCol="0" anchor="ctr" anchorCtr="0">
            <a:noAutofit/>
          </a:bodyPr>
          <a:lstStyle>
            <a:lvl1pPr marL="0" indent="0" algn="l">
              <a:buNone/>
              <a:defRPr lang="it-IT" sz="3200">
                <a:solidFill>
                  <a:schemeClr val="bg1"/>
                </a:solidFill>
                <a:latin typeface="+mn-lt"/>
              </a:defRPr>
            </a:lvl1pPr>
            <a:lvl2pPr marL="457200" indent="0" algn="ctr">
              <a:buNone/>
              <a:defRPr lang="it-IT" sz="2000"/>
            </a:lvl2pPr>
            <a:lvl3pPr marL="914400" indent="0" algn="ctr">
              <a:buNone/>
              <a:defRPr lang="it-IT" sz="1800"/>
            </a:lvl3pPr>
            <a:lvl4pPr marL="1371600" indent="0" algn="ctr">
              <a:buNone/>
              <a:defRPr lang="it-IT" sz="1600"/>
            </a:lvl4pPr>
            <a:lvl5pPr marL="1828800" indent="0" algn="ctr">
              <a:buNone/>
              <a:defRPr lang="it-IT" sz="1600"/>
            </a:lvl5pPr>
            <a:lvl6pPr marL="2286000" indent="0" algn="ctr">
              <a:buNone/>
              <a:defRPr lang="it-IT" sz="1600"/>
            </a:lvl6pPr>
            <a:lvl7pPr marL="2743200" indent="0" algn="ctr">
              <a:buNone/>
              <a:defRPr lang="it-IT" sz="1600"/>
            </a:lvl7pPr>
            <a:lvl8pPr marL="3200400" indent="0" algn="ctr">
              <a:buNone/>
              <a:defRPr lang="it-IT" sz="1600"/>
            </a:lvl8pPr>
            <a:lvl9pPr marL="3657600" indent="0" algn="ctr">
              <a:buNone/>
              <a:defRPr lang="it-IT" sz="1600"/>
            </a:lvl9pPr>
          </a:lstStyle>
          <a:p>
            <a:pPr rtl="0"/>
            <a:r>
              <a:rPr lang="it-IT"/>
              <a:t>Fare clic per inserire il sottotitolo</a:t>
            </a:r>
          </a:p>
        </p:txBody>
      </p:sp>
    </p:spTree>
    <p:extLst>
      <p:ext uri="{BB962C8B-B14F-4D97-AF65-F5344CB8AC3E}">
        <p14:creationId xmlns:p14="http://schemas.microsoft.com/office/powerpoint/2010/main" val="98652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2 contenuti in colonna">
    <p:spTree>
      <p:nvGrpSpPr>
        <p:cNvPr id="1" name=""/>
        <p:cNvGrpSpPr/>
        <p:nvPr/>
      </p:nvGrpSpPr>
      <p:grpSpPr>
        <a:xfrm>
          <a:off x="0" y="0"/>
          <a:ext cx="0" cy="0"/>
          <a:chOff x="0" y="0"/>
          <a:chExt cx="0" cy="0"/>
        </a:xfrm>
      </p:grpSpPr>
      <p:grpSp>
        <p:nvGrpSpPr>
          <p:cNvPr id="16" name="Gruppo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igura a mano libera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5" name="Figura a mano libera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6" name="Figura a mano libera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nvGrpSpPr>
            <p:cNvPr id="9" name="Gruppo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igura a mano libera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latin typeface="+mn-lt"/>
                </a:endParaRPr>
              </a:p>
            </p:txBody>
          </p:sp>
          <p:sp>
            <p:nvSpPr>
              <p:cNvPr id="8" name="Figura a mano libera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latin typeface="+mn-lt"/>
                </a:endParaRPr>
              </a:p>
            </p:txBody>
          </p:sp>
        </p:grpSp>
      </p:grpSp>
      <p:sp>
        <p:nvSpPr>
          <p:cNvPr id="2" name="Tito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rtlCol="0" anchor="b">
            <a:noAutofit/>
          </a:bodyPr>
          <a:lstStyle>
            <a:lvl1pPr>
              <a:defRPr lang="it-IT" sz="4200" b="1">
                <a:latin typeface="+mj-lt"/>
              </a:defRPr>
            </a:lvl1pPr>
          </a:lstStyle>
          <a:p>
            <a:pPr rtl="0"/>
            <a:r>
              <a:rPr lang="it-IT"/>
              <a:t>Fare clic per inserire il titolo</a:t>
            </a:r>
          </a:p>
        </p:txBody>
      </p:sp>
      <p:sp>
        <p:nvSpPr>
          <p:cNvPr id="3" name="Segnaposto contenuto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rtlCol="0">
            <a:normAutofit/>
          </a:bodyPr>
          <a:lstStyle>
            <a:lvl1pPr marL="0" indent="0">
              <a:spcBef>
                <a:spcPts val="1000"/>
              </a:spcBef>
              <a:buFont typeface="Arial" panose="020B0604020202020204" pitchFamily="34" charset="0"/>
              <a:buNone/>
              <a:defRPr lang="it-IT" sz="2000">
                <a:latin typeface="+mn-lt"/>
              </a:defRPr>
            </a:lvl1pPr>
            <a:lvl2pPr marL="283464" indent="-283464">
              <a:spcBef>
                <a:spcPts val="1000"/>
              </a:spcBef>
              <a:buFont typeface="Arial" panose="020B0604020202020204" pitchFamily="34" charset="0"/>
              <a:buChar char="•"/>
              <a:defRPr lang="it-IT" sz="2000">
                <a:latin typeface="+mn-lt"/>
              </a:defRPr>
            </a:lvl2pPr>
            <a:lvl3pPr marL="566928" indent="-283464">
              <a:spcBef>
                <a:spcPts val="1000"/>
              </a:spcBef>
              <a:buFont typeface="Arial" panose="020B0604020202020204" pitchFamily="34" charset="0"/>
              <a:buChar char="•"/>
              <a:defRPr lang="it-IT" sz="2000">
                <a:latin typeface="+mn-lt"/>
              </a:defRPr>
            </a:lvl3pPr>
            <a:lvl4pPr marL="850392" indent="-283464">
              <a:spcBef>
                <a:spcPts val="1000"/>
              </a:spcBef>
              <a:buFont typeface="Arial" panose="020B0604020202020204" pitchFamily="34" charset="0"/>
              <a:buChar char="•"/>
              <a:defRPr lang="it-IT" sz="2000">
                <a:latin typeface="+mn-lt"/>
              </a:defRPr>
            </a:lvl4pPr>
            <a:lvl5pPr marL="1133856" indent="-283464">
              <a:spcBef>
                <a:spcPts val="1000"/>
              </a:spcBef>
              <a:buFont typeface="Arial" panose="020B0604020202020204" pitchFamily="34" charset="0"/>
              <a:buChar char="•"/>
              <a:defRPr lang="it-IT" sz="2000">
                <a:latin typeface="+mn-lt"/>
              </a:defRPr>
            </a:lvl5pPr>
          </a:lstStyle>
          <a:p>
            <a:pPr lvl="0" rtl="0"/>
            <a:r>
              <a:rPr lang="it-IT"/>
              <a:t>Fare clic per inserire il testo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3" name="Segnaposto contenuto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it-IT" sz="2000">
                <a:latin typeface="+mn-lt"/>
              </a:defRPr>
            </a:lvl1pPr>
            <a:lvl2pPr marL="283464" indent="-283464">
              <a:spcBef>
                <a:spcPts val="1000"/>
              </a:spcBef>
              <a:buFont typeface="Arial" panose="020B0604020202020204" pitchFamily="34" charset="0"/>
              <a:buChar char="•"/>
              <a:defRPr lang="it-IT" sz="2000">
                <a:latin typeface="+mn-lt"/>
              </a:defRPr>
            </a:lvl2pPr>
            <a:lvl3pPr marL="566928" indent="-283464">
              <a:spcBef>
                <a:spcPts val="1000"/>
              </a:spcBef>
              <a:buFont typeface="Arial" panose="020B0604020202020204" pitchFamily="34" charset="0"/>
              <a:buChar char="•"/>
              <a:defRPr lang="it-IT" sz="2000">
                <a:latin typeface="+mn-lt"/>
              </a:defRPr>
            </a:lvl3pPr>
            <a:lvl4pPr marL="850392" indent="-283464">
              <a:spcBef>
                <a:spcPts val="1000"/>
              </a:spcBef>
              <a:buFont typeface="Arial" panose="020B0604020202020204" pitchFamily="34" charset="0"/>
              <a:buChar char="•"/>
              <a:defRPr lang="it-IT" sz="2000">
                <a:latin typeface="+mn-lt"/>
              </a:defRPr>
            </a:lvl4pPr>
            <a:lvl5pPr marL="1133856" indent="-283464">
              <a:spcBef>
                <a:spcPts val="1000"/>
              </a:spcBef>
              <a:buFont typeface="Arial" panose="020B0604020202020204" pitchFamily="34" charset="0"/>
              <a:buChar char="•"/>
              <a:defRPr lang="it-IT" sz="2000">
                <a:latin typeface="+mn-lt"/>
              </a:defRPr>
            </a:lvl5pPr>
          </a:lstStyle>
          <a:p>
            <a:pPr lvl="0" rtl="0"/>
            <a:r>
              <a:rPr lang="it-IT"/>
              <a:t>Fare clic per inserire il testo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it-IT" sz="1200">
                <a:solidFill>
                  <a:schemeClr val="accent3"/>
                </a:solidFill>
                <a:latin typeface="+mn-lt"/>
              </a:defRPr>
            </a:lvl1pPr>
          </a:lstStyle>
          <a:p>
            <a:pPr rtl="0"/>
            <a:r>
              <a:rPr lang="it-IT"/>
              <a:t>08/09/20XX</a:t>
            </a:r>
          </a:p>
        </p:txBody>
      </p:sp>
      <p:sp>
        <p:nvSpPr>
          <p:cNvPr id="11" name="Segnaposto piè di pa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it-IT" sz="1200">
                <a:solidFill>
                  <a:schemeClr val="accent3"/>
                </a:solidFill>
                <a:latin typeface="+mn-lt"/>
              </a:defRPr>
            </a:lvl1pPr>
          </a:lstStyle>
          <a:p>
            <a:pPr rtl="0"/>
            <a:endParaRPr lang="it-IT" dirty="0"/>
          </a:p>
        </p:txBody>
      </p:sp>
      <p:sp>
        <p:nvSpPr>
          <p:cNvPr id="12" name="Segnaposto numero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it-IT" sz="1200">
                <a:solidFill>
                  <a:schemeClr val="accent2"/>
                </a:solidFill>
                <a:latin typeface="+mn-lt"/>
              </a:defRPr>
            </a:lvl1pPr>
          </a:lstStyle>
          <a:p>
            <a:pPr rtl="0"/>
            <a:fld id="{294A09A9-5501-47C1-A89A-A340965A2BE2}" type="slidenum">
              <a:rPr lang="it-IT" smtClean="0"/>
              <a:pPr/>
              <a:t>‹N›</a:t>
            </a:fld>
            <a:endParaRPr lang="it-IT" dirty="0"/>
          </a:p>
        </p:txBody>
      </p:sp>
    </p:spTree>
    <p:extLst>
      <p:ext uri="{BB962C8B-B14F-4D97-AF65-F5344CB8AC3E}">
        <p14:creationId xmlns:p14="http://schemas.microsoft.com/office/powerpoint/2010/main" val="767843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olo e 2 contenuti">
    <p:bg>
      <p:bgPr>
        <a:solidFill>
          <a:schemeClr val="accent1"/>
        </a:solidFill>
        <a:effectLst/>
      </p:bgPr>
    </p:bg>
    <p:spTree>
      <p:nvGrpSpPr>
        <p:cNvPr id="1" name=""/>
        <p:cNvGrpSpPr/>
        <p:nvPr/>
      </p:nvGrpSpPr>
      <p:grpSpPr>
        <a:xfrm>
          <a:off x="0" y="0"/>
          <a:ext cx="0" cy="0"/>
          <a:chOff x="0" y="0"/>
          <a:chExt cx="0" cy="0"/>
        </a:xfrm>
      </p:grpSpPr>
      <p:grpSp>
        <p:nvGrpSpPr>
          <p:cNvPr id="6" name="Gruppo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igura a mano libera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5" name="Figura a mano libera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sp>
        <p:nvSpPr>
          <p:cNvPr id="2" name="Tito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rtlCol="0" anchor="b">
            <a:noAutofit/>
          </a:bodyPr>
          <a:lstStyle>
            <a:lvl1pPr>
              <a:defRPr lang="it-IT" sz="4200" b="1">
                <a:solidFill>
                  <a:schemeClr val="bg1"/>
                </a:solidFill>
                <a:latin typeface="+mj-lt"/>
              </a:defRPr>
            </a:lvl1pPr>
          </a:lstStyle>
          <a:p>
            <a:pPr rtl="0"/>
            <a:r>
              <a:rPr lang="it-IT"/>
              <a:t>Fare clic per inserire il titolo</a:t>
            </a:r>
          </a:p>
        </p:txBody>
      </p:sp>
      <p:sp>
        <p:nvSpPr>
          <p:cNvPr id="14" name="Segnaposto contenuto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rtlCol="0">
            <a:normAutofit/>
          </a:bodyPr>
          <a:lstStyle>
            <a:lvl1pPr marL="530352" indent="-530352">
              <a:spcBef>
                <a:spcPts val="1000"/>
              </a:spcBef>
              <a:buFont typeface="+mj-lt"/>
              <a:buAutoNum type="arabicPeriod"/>
              <a:defRPr lang="it-IT" sz="2000">
                <a:solidFill>
                  <a:schemeClr val="bg1"/>
                </a:solidFill>
                <a:latin typeface="+mn-lt"/>
              </a:defRPr>
            </a:lvl1pPr>
            <a:lvl2pPr marL="1097280" indent="-530352">
              <a:spcBef>
                <a:spcPts val="1000"/>
              </a:spcBef>
              <a:buFont typeface="+mj-lt"/>
              <a:buAutoNum type="alphaLcPeriod"/>
              <a:defRPr lang="it-IT" sz="2000">
                <a:solidFill>
                  <a:schemeClr val="bg1"/>
                </a:solidFill>
                <a:latin typeface="+mn-lt"/>
              </a:defRPr>
            </a:lvl2pPr>
            <a:lvl3pPr marL="1645920" indent="-530352">
              <a:spcBef>
                <a:spcPts val="1000"/>
              </a:spcBef>
              <a:buFont typeface="+mj-lt"/>
              <a:buAutoNum type="arabicParenR"/>
              <a:defRPr lang="it-IT" sz="2000">
                <a:solidFill>
                  <a:schemeClr val="bg1"/>
                </a:solidFill>
                <a:latin typeface="+mn-lt"/>
              </a:defRPr>
            </a:lvl3pPr>
            <a:lvl4pPr marL="1920240" indent="-530352">
              <a:spcBef>
                <a:spcPts val="1000"/>
              </a:spcBef>
              <a:buFont typeface="+mj-lt"/>
              <a:buAutoNum type="alphaLcParenR"/>
              <a:defRPr lang="it-IT" sz="2000">
                <a:solidFill>
                  <a:schemeClr val="bg1"/>
                </a:solidFill>
                <a:latin typeface="+mn-lt"/>
              </a:defRPr>
            </a:lvl4pPr>
            <a:lvl5pPr marL="2560320" indent="-514350">
              <a:spcBef>
                <a:spcPts val="1000"/>
              </a:spcBef>
              <a:buFont typeface="+mj-lt"/>
              <a:buAutoNum type="romanLcPeriod"/>
              <a:defRPr lang="it-IT" sz="2000">
                <a:solidFill>
                  <a:schemeClr val="bg1"/>
                </a:solidFill>
                <a:latin typeface="+mn-lt"/>
              </a:defRPr>
            </a:lvl5pPr>
          </a:lstStyle>
          <a:p>
            <a:pPr lvl="0" rtl="0"/>
            <a:r>
              <a:rPr lang="it-IT"/>
              <a:t>Fare clic per inserire il testo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9" name="Segnaposto contenuto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it-IT" sz="2000">
                <a:solidFill>
                  <a:schemeClr val="bg1"/>
                </a:solidFill>
                <a:latin typeface="+mn-lt"/>
              </a:defRPr>
            </a:lvl1pPr>
            <a:lvl2pPr marL="283464" indent="-283464">
              <a:spcBef>
                <a:spcPts val="1000"/>
              </a:spcBef>
              <a:buFont typeface="Arial" panose="020B0604020202020204" pitchFamily="34" charset="0"/>
              <a:buChar char="•"/>
              <a:defRPr lang="it-IT" sz="2000">
                <a:solidFill>
                  <a:schemeClr val="bg1"/>
                </a:solidFill>
                <a:latin typeface="+mn-lt"/>
              </a:defRPr>
            </a:lvl2pPr>
            <a:lvl3pPr marL="566928" indent="-283464">
              <a:spcBef>
                <a:spcPts val="1000"/>
              </a:spcBef>
              <a:buFont typeface="Arial" panose="020B0604020202020204" pitchFamily="34" charset="0"/>
              <a:buChar char="•"/>
              <a:defRPr lang="it-IT" sz="2000">
                <a:solidFill>
                  <a:schemeClr val="bg1"/>
                </a:solidFill>
                <a:latin typeface="+mn-lt"/>
              </a:defRPr>
            </a:lvl3pPr>
            <a:lvl4pPr marL="850392" indent="-283464">
              <a:spcBef>
                <a:spcPts val="1000"/>
              </a:spcBef>
              <a:buFont typeface="Arial" panose="020B0604020202020204" pitchFamily="34" charset="0"/>
              <a:buChar char="•"/>
              <a:defRPr lang="it-IT" sz="2000">
                <a:solidFill>
                  <a:schemeClr val="bg1"/>
                </a:solidFill>
                <a:latin typeface="+mn-lt"/>
              </a:defRPr>
            </a:lvl4pPr>
            <a:lvl5pPr marL="1133856" indent="-283464">
              <a:spcBef>
                <a:spcPts val="1000"/>
              </a:spcBef>
              <a:buFont typeface="Arial" panose="020B0604020202020204" pitchFamily="34" charset="0"/>
              <a:buChar char="•"/>
              <a:defRPr lang="it-IT" sz="2000">
                <a:solidFill>
                  <a:schemeClr val="bg1"/>
                </a:solidFill>
                <a:latin typeface="+mn-lt"/>
              </a:defRPr>
            </a:lvl5pPr>
          </a:lstStyle>
          <a:p>
            <a:pPr lvl="0" rtl="0"/>
            <a:r>
              <a:rPr lang="it-IT"/>
              <a:t>Fare clic per inserire il testo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it-IT" sz="1200">
                <a:solidFill>
                  <a:schemeClr val="accent3"/>
                </a:solidFill>
                <a:latin typeface="+mn-lt"/>
              </a:defRPr>
            </a:lvl1pPr>
          </a:lstStyle>
          <a:p>
            <a:pPr rtl="0"/>
            <a:r>
              <a:rPr lang="it-IT"/>
              <a:t>08/09/20XX</a:t>
            </a:r>
          </a:p>
        </p:txBody>
      </p:sp>
      <p:sp>
        <p:nvSpPr>
          <p:cNvPr id="11" name="Segnaposto piè di pa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it-IT" sz="1200">
                <a:solidFill>
                  <a:schemeClr val="accent2"/>
                </a:solidFill>
                <a:latin typeface="+mn-lt"/>
              </a:defRPr>
            </a:lvl1pPr>
          </a:lstStyle>
          <a:p>
            <a:pPr rtl="0"/>
            <a:endParaRPr lang="it-IT" dirty="0"/>
          </a:p>
        </p:txBody>
      </p:sp>
      <p:sp>
        <p:nvSpPr>
          <p:cNvPr id="12" name="Segnaposto numero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it-IT" sz="1200">
                <a:solidFill>
                  <a:schemeClr val="accent2"/>
                </a:solidFill>
                <a:latin typeface="+mn-lt"/>
              </a:defRPr>
            </a:lvl1pPr>
          </a:lstStyle>
          <a:p>
            <a:pPr rtl="0"/>
            <a:fld id="{294A09A9-5501-47C1-A89A-A340965A2BE2}" type="slidenum">
              <a:rPr lang="it-IT" smtClean="0"/>
              <a:pPr/>
              <a:t>‹N›</a:t>
            </a:fld>
            <a:endParaRPr lang="it-IT" dirty="0"/>
          </a:p>
        </p:txBody>
      </p:sp>
    </p:spTree>
    <p:extLst>
      <p:ext uri="{BB962C8B-B14F-4D97-AF65-F5344CB8AC3E}">
        <p14:creationId xmlns:p14="http://schemas.microsoft.com/office/powerpoint/2010/main" val="402042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Grafico ">
    <p:bg>
      <p:bgPr>
        <a:solidFill>
          <a:schemeClr val="accent2"/>
        </a:solidFill>
        <a:effectLst/>
      </p:bgPr>
    </p:bg>
    <p:spTree>
      <p:nvGrpSpPr>
        <p:cNvPr id="1" name=""/>
        <p:cNvGrpSpPr/>
        <p:nvPr/>
      </p:nvGrpSpPr>
      <p:grpSpPr>
        <a:xfrm>
          <a:off x="0" y="0"/>
          <a:ext cx="0" cy="0"/>
          <a:chOff x="0" y="0"/>
          <a:chExt cx="0" cy="0"/>
        </a:xfrm>
      </p:grpSpPr>
      <p:grpSp>
        <p:nvGrpSpPr>
          <p:cNvPr id="9" name="Gruppo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igura a mano libera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14" name="Figura a mano libera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sp>
        <p:nvSpPr>
          <p:cNvPr id="2" name="Tito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rtlCol="0" anchor="b">
            <a:noAutofit/>
          </a:bodyPr>
          <a:lstStyle>
            <a:lvl1pPr>
              <a:defRPr lang="it-IT" sz="4200" b="1">
                <a:latin typeface="+mj-lt"/>
              </a:defRPr>
            </a:lvl1pPr>
          </a:lstStyle>
          <a:p>
            <a:pPr rtl="0"/>
            <a:r>
              <a:rPr lang="it-IT"/>
              <a:t>Fare clic per inserire il titolo</a:t>
            </a:r>
          </a:p>
        </p:txBody>
      </p:sp>
      <p:sp>
        <p:nvSpPr>
          <p:cNvPr id="3" name="Segnaposto contenuto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rtlCol="0">
            <a:noAutofit/>
          </a:bodyPr>
          <a:lstStyle>
            <a:lvl1pPr marL="0" indent="0">
              <a:buNone/>
              <a:defRPr lang="it-IT">
                <a:latin typeface="+mn-lt"/>
              </a:defRPr>
            </a:lvl1pPr>
            <a:lvl2pPr marL="457200" indent="0">
              <a:buNone/>
              <a:defRPr lang="it-IT">
                <a:latin typeface="+mn-lt"/>
              </a:defRPr>
            </a:lvl2pPr>
            <a:lvl3pPr marL="914400" indent="0">
              <a:buNone/>
              <a:defRPr lang="it-IT">
                <a:latin typeface="+mn-lt"/>
              </a:defRPr>
            </a:lvl3pPr>
            <a:lvl4pPr marL="1371600" indent="0">
              <a:buNone/>
              <a:defRPr lang="it-IT">
                <a:latin typeface="+mn-lt"/>
              </a:defRPr>
            </a:lvl4pPr>
            <a:lvl5pPr marL="1828800" indent="0">
              <a:buNone/>
              <a:defRPr lang="it-IT">
                <a:latin typeface="+mn-lt"/>
              </a:defRPr>
            </a:lvl5pPr>
          </a:lstStyle>
          <a:p>
            <a:pPr lvl="0" rtl="0"/>
            <a:r>
              <a:rPr lang="it-IT"/>
              <a:t>Fare clic per inserire il testo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it-IT" sz="1200">
                <a:solidFill>
                  <a:schemeClr val="accent3"/>
                </a:solidFill>
                <a:latin typeface="+mn-lt"/>
              </a:defRPr>
            </a:lvl1pPr>
          </a:lstStyle>
          <a:p>
            <a:pPr rtl="0"/>
            <a:r>
              <a:rPr lang="it-IT"/>
              <a:t>08/09/20XX</a:t>
            </a:r>
          </a:p>
        </p:txBody>
      </p:sp>
      <p:sp>
        <p:nvSpPr>
          <p:cNvPr id="11" name="Segnaposto piè di pa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it-IT" sz="1200">
                <a:solidFill>
                  <a:schemeClr val="accent3"/>
                </a:solidFill>
                <a:latin typeface="+mn-lt"/>
              </a:defRPr>
            </a:lvl1pPr>
          </a:lstStyle>
          <a:p>
            <a:pPr rtl="0"/>
            <a:endParaRPr lang="it-IT" dirty="0"/>
          </a:p>
        </p:txBody>
      </p:sp>
      <p:sp>
        <p:nvSpPr>
          <p:cNvPr id="12" name="Segnaposto numero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it-IT" sz="1200">
                <a:solidFill>
                  <a:schemeClr val="accent3"/>
                </a:solidFill>
                <a:latin typeface="+mn-lt"/>
              </a:defRPr>
            </a:lvl1pPr>
          </a:lstStyle>
          <a:p>
            <a:pPr rtl="0"/>
            <a:fld id="{294A09A9-5501-47C1-A89A-A340965A2BE2}" type="slidenum">
              <a:rPr lang="it-IT" smtClean="0"/>
              <a:pPr/>
              <a:t>‹N›</a:t>
            </a:fld>
            <a:endParaRPr lang="it-IT" dirty="0"/>
          </a:p>
        </p:txBody>
      </p:sp>
    </p:spTree>
    <p:extLst>
      <p:ext uri="{BB962C8B-B14F-4D97-AF65-F5344CB8AC3E}">
        <p14:creationId xmlns:p14="http://schemas.microsoft.com/office/powerpoint/2010/main" val="3190945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Diapositiva finale">
    <p:spTree>
      <p:nvGrpSpPr>
        <p:cNvPr id="1" name=""/>
        <p:cNvGrpSpPr/>
        <p:nvPr/>
      </p:nvGrpSpPr>
      <p:grpSpPr>
        <a:xfrm>
          <a:off x="0" y="0"/>
          <a:ext cx="0" cy="0"/>
          <a:chOff x="0" y="0"/>
          <a:chExt cx="0" cy="0"/>
        </a:xfrm>
      </p:grpSpPr>
      <p:grpSp>
        <p:nvGrpSpPr>
          <p:cNvPr id="5" name="Gruppo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ttangolo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p>
          </p:txBody>
        </p:sp>
        <p:grpSp>
          <p:nvGrpSpPr>
            <p:cNvPr id="6" name="Gruppo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igura a mano libera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16" name="Figura a mano libera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sp>
          <p:nvSpPr>
            <p:cNvPr id="22" name="Figura a mano libera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17" name="Figura a mano libera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sp>
        <p:nvSpPr>
          <p:cNvPr id="2" name="Tito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rtlCol="0" anchor="b">
            <a:noAutofit/>
          </a:bodyPr>
          <a:lstStyle>
            <a:lvl1pPr algn="l">
              <a:defRPr lang="it-IT" sz="6000" b="1">
                <a:latin typeface="+mj-lt"/>
              </a:defRPr>
            </a:lvl1pPr>
          </a:lstStyle>
          <a:p>
            <a:pPr rtl="0"/>
            <a:r>
              <a:rPr lang="it-IT"/>
              <a:t>Fare clic per inserire il titolo</a:t>
            </a:r>
          </a:p>
        </p:txBody>
      </p:sp>
      <p:sp>
        <p:nvSpPr>
          <p:cNvPr id="3" name="Sottotitolo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rtlCol="0" anchor="t" anchorCtr="0">
            <a:normAutofit/>
          </a:bodyPr>
          <a:lstStyle>
            <a:lvl1pPr marL="0" indent="0" algn="l">
              <a:buNone/>
              <a:defRPr lang="it-IT" sz="2800">
                <a:latin typeface="+mn-lt"/>
              </a:defRPr>
            </a:lvl1pPr>
            <a:lvl2pPr marL="457200" indent="0" algn="ctr">
              <a:buNone/>
              <a:defRPr lang="it-IT" sz="2000"/>
            </a:lvl2pPr>
            <a:lvl3pPr marL="914400" indent="0" algn="ctr">
              <a:buNone/>
              <a:defRPr lang="it-IT" sz="1800"/>
            </a:lvl3pPr>
            <a:lvl4pPr marL="1371600" indent="0" algn="ctr">
              <a:buNone/>
              <a:defRPr lang="it-IT" sz="1600"/>
            </a:lvl4pPr>
            <a:lvl5pPr marL="1828800" indent="0" algn="ctr">
              <a:buNone/>
              <a:defRPr lang="it-IT" sz="1600"/>
            </a:lvl5pPr>
            <a:lvl6pPr marL="2286000" indent="0" algn="ctr">
              <a:buNone/>
              <a:defRPr lang="it-IT" sz="1600"/>
            </a:lvl6pPr>
            <a:lvl7pPr marL="2743200" indent="0" algn="ctr">
              <a:buNone/>
              <a:defRPr lang="it-IT" sz="1600"/>
            </a:lvl7pPr>
            <a:lvl8pPr marL="3200400" indent="0" algn="ctr">
              <a:buNone/>
              <a:defRPr lang="it-IT" sz="1600"/>
            </a:lvl8pPr>
            <a:lvl9pPr marL="3657600" indent="0" algn="ctr">
              <a:buNone/>
              <a:defRPr lang="it-IT" sz="1600"/>
            </a:lvl9pPr>
          </a:lstStyle>
          <a:p>
            <a:pPr lvl="0" rtl="0"/>
            <a:r>
              <a:rPr lang="it-IT"/>
              <a:t>Fare clic per inserire il testo</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defPPr>
              <a:defRPr lang="it-IT"/>
            </a:defPPr>
          </a:lstStyle>
          <a:p>
            <a:pPr rtl="0"/>
            <a:r>
              <a:rPr lang="it-IT"/>
              <a:t>Fare clic per modificare lo stile del titolo</a:t>
            </a:r>
          </a:p>
        </p:txBody>
      </p:sp>
      <p:sp>
        <p:nvSpPr>
          <p:cNvPr id="3" name="Segnaposto testo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defPPr>
              <a:defRPr lang="it-IT"/>
            </a:defPPr>
          </a:lstStyle>
          <a:p>
            <a:pPr lvl="0" rtl="0"/>
            <a:r>
              <a:rPr lang="it-IT"/>
              <a:t>Fare clic per modificare lo stile del titolo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4" name="Segnaposto data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it-IT" sz="1200">
                <a:solidFill>
                  <a:schemeClr val="tx2"/>
                </a:solidFill>
                <a:latin typeface="+mn-lt"/>
              </a:defRPr>
            </a:lvl1pPr>
          </a:lstStyle>
          <a:p>
            <a:pPr rtl="0"/>
            <a:r>
              <a:rPr lang="it-IT"/>
              <a:t>08/09/20XX</a:t>
            </a:r>
          </a:p>
        </p:txBody>
      </p:sp>
      <p:sp>
        <p:nvSpPr>
          <p:cNvPr id="5" name="Segnaposto piè di pagina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it-IT" sz="1200">
                <a:solidFill>
                  <a:schemeClr val="tx2"/>
                </a:solidFill>
                <a:latin typeface="+mn-lt"/>
              </a:defRPr>
            </a:lvl1pPr>
          </a:lstStyle>
          <a:p>
            <a:pPr rtl="0"/>
            <a:endParaRPr lang="it-IT" dirty="0"/>
          </a:p>
        </p:txBody>
      </p:sp>
      <p:sp>
        <p:nvSpPr>
          <p:cNvPr id="6" name="Segnaposto numero diapositiva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lang="it-IT" sz="1200">
                <a:solidFill>
                  <a:schemeClr val="tx2"/>
                </a:solidFill>
                <a:latin typeface="+mn-lt"/>
              </a:defRPr>
            </a:lvl1pPr>
          </a:lstStyle>
          <a:p>
            <a:pPr rtl="0"/>
            <a:fld id="{294A09A9-5501-47C1-A89A-A340965A2BE2}" type="slidenum">
              <a:rPr lang="it-IT" smtClean="0"/>
              <a:pPr/>
              <a:t>‹N›</a:t>
            </a:fld>
            <a:endParaRPr lang="it-IT"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1" r:id="rId4"/>
    <p:sldLayoutId id="2147483659" r:id="rId5"/>
    <p:sldLayoutId id="2147483668" r:id="rId6"/>
    <p:sldLayoutId id="2147483669" r:id="rId7"/>
    <p:sldLayoutId id="2147483661" r:id="rId8"/>
    <p:sldLayoutId id="2147483666" r:id="rId9"/>
  </p:sldLayoutIdLst>
  <p:hf sldNum="0" hdr="0" ftr="0" dt="0"/>
  <p:txStyles>
    <p:titleStyle>
      <a:lvl1pPr algn="l" defTabSz="914400" rtl="0" eaLnBrk="1" latinLnBrk="0" hangingPunct="1">
        <a:lnSpc>
          <a:spcPct val="80000"/>
        </a:lnSpc>
        <a:spcBef>
          <a:spcPct val="0"/>
        </a:spcBef>
        <a:buNone/>
        <a:defRPr lang="it-IT"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it-IT"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it-IT"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it-IT"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p:bodyStyle>
    <p:otherStyle>
      <a:defPPr>
        <a:defRPr lang="it-IT"/>
      </a:defPPr>
      <a:lvl1pPr marL="0" algn="l" defTabSz="914400" rtl="0" eaLnBrk="1" latinLnBrk="0" hangingPunct="1">
        <a:defRPr lang="it-IT" sz="1800" kern="1200">
          <a:solidFill>
            <a:schemeClr val="tx1"/>
          </a:solidFill>
          <a:latin typeface="+mn-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1DF3D98-3C30-4CFC-8643-C81E829C8C25}"/>
              </a:ext>
            </a:extLst>
          </p:cNvPr>
          <p:cNvSpPr>
            <a:spLocks noGrp="1"/>
          </p:cNvSpPr>
          <p:nvPr>
            <p:ph type="ctrTitle"/>
          </p:nvPr>
        </p:nvSpPr>
        <p:spPr>
          <a:xfrm>
            <a:off x="838371" y="232913"/>
            <a:ext cx="7696029" cy="3196087"/>
          </a:xfrm>
        </p:spPr>
        <p:txBody>
          <a:bodyPr rtlCol="0"/>
          <a:lstStyle>
            <a:defPPr>
              <a:defRPr lang="it-IT"/>
            </a:defPPr>
          </a:lstStyle>
          <a:p>
            <a:r>
              <a:rPr lang="it-IT" sz="4800" dirty="0"/>
              <a:t>Benchmarking e sentiment </a:t>
            </a:r>
            <a:r>
              <a:rPr lang="it-IT" sz="4800" dirty="0" err="1"/>
              <a:t>analysis</a:t>
            </a:r>
            <a:r>
              <a:rPr lang="it-IT" sz="4800" dirty="0"/>
              <a:t> su cluster </a:t>
            </a:r>
            <a:r>
              <a:rPr lang="it-IT" sz="4800" dirty="0" err="1"/>
              <a:t>spark</a:t>
            </a:r>
            <a:endParaRPr lang="it-IT" sz="4800" dirty="0"/>
          </a:p>
        </p:txBody>
      </p:sp>
      <p:sp>
        <p:nvSpPr>
          <p:cNvPr id="3" name="Titolo 1">
            <a:extLst>
              <a:ext uri="{FF2B5EF4-FFF2-40B4-BE49-F238E27FC236}">
                <a16:creationId xmlns:a16="http://schemas.microsoft.com/office/drawing/2014/main" id="{AB1CC767-AAAA-A266-6D34-5307D9A31FF5}"/>
              </a:ext>
            </a:extLst>
          </p:cNvPr>
          <p:cNvSpPr txBox="1">
            <a:spLocks/>
          </p:cNvSpPr>
          <p:nvPr/>
        </p:nvSpPr>
        <p:spPr>
          <a:xfrm>
            <a:off x="838371" y="1295400"/>
            <a:ext cx="11086648" cy="3196087"/>
          </a:xfrm>
          <a:prstGeom prst="rect">
            <a:avLst/>
          </a:prstGeom>
        </p:spPr>
        <p:txBody>
          <a:bodyPr vert="horz" lIns="91440" tIns="45720" rIns="91440" bIns="45720" rtlCol="0" anchor="b">
            <a:noAutofit/>
          </a:bodyPr>
          <a:lstStyle>
            <a:defPPr>
              <a:defRPr lang="it-IT"/>
            </a:defPPr>
            <a:lvl1pPr algn="l" defTabSz="914400" rtl="0" eaLnBrk="1" latinLnBrk="0" hangingPunct="1">
              <a:lnSpc>
                <a:spcPct val="80000"/>
              </a:lnSpc>
              <a:spcBef>
                <a:spcPct val="0"/>
              </a:spcBef>
              <a:buNone/>
              <a:defRPr lang="it-IT" sz="6000" b="1" kern="1200">
                <a:solidFill>
                  <a:schemeClr val="tx1"/>
                </a:solidFill>
                <a:latin typeface="+mj-lt"/>
                <a:ea typeface="+mj-ea"/>
                <a:cs typeface="+mj-cs"/>
              </a:defRPr>
            </a:lvl1pPr>
          </a:lstStyle>
          <a:p>
            <a:r>
              <a:rPr lang="it-IT" sz="3000" b="0" dirty="0"/>
              <a:t>Progetto per il corso: Large scale data management</a:t>
            </a:r>
          </a:p>
          <a:p>
            <a:r>
              <a:rPr lang="it-IT" sz="3000" b="0" dirty="0"/>
              <a:t>Autore: Lorenzo Colombo – Mat. 885895</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12DF434-28DB-4621-A497-D62C41CE0419}"/>
              </a:ext>
            </a:extLst>
          </p:cNvPr>
          <p:cNvSpPr>
            <a:spLocks noGrp="1"/>
          </p:cNvSpPr>
          <p:nvPr>
            <p:ph type="title"/>
          </p:nvPr>
        </p:nvSpPr>
        <p:spPr>
          <a:xfrm>
            <a:off x="1167492" y="45085"/>
            <a:ext cx="9779183" cy="1600835"/>
          </a:xfrm>
        </p:spPr>
        <p:txBody>
          <a:bodyPr rtlCol="0" anchor="b">
            <a:normAutofit/>
          </a:bodyPr>
          <a:lstStyle>
            <a:defPPr>
              <a:defRPr lang="it-IT"/>
            </a:defPPr>
          </a:lstStyle>
          <a:p>
            <a:pPr rtl="0"/>
            <a:r>
              <a:rPr lang="it-IT" dirty="0"/>
              <a:t>Scenario e obiettivi</a:t>
            </a:r>
          </a:p>
        </p:txBody>
      </p:sp>
      <p:graphicFrame>
        <p:nvGraphicFramePr>
          <p:cNvPr id="5" name="Segnaposto contenuto 2">
            <a:extLst>
              <a:ext uri="{FF2B5EF4-FFF2-40B4-BE49-F238E27FC236}">
                <a16:creationId xmlns:a16="http://schemas.microsoft.com/office/drawing/2014/main" id="{ABDA16E3-4510-85ED-BA63-B79747DCCBF0}"/>
              </a:ext>
            </a:extLst>
          </p:cNvPr>
          <p:cNvGraphicFramePr>
            <a:graphicFrameLocks noGrp="1"/>
          </p:cNvGraphicFramePr>
          <p:nvPr>
            <p:ph idx="14"/>
            <p:extLst>
              <p:ext uri="{D42A27DB-BD31-4B8C-83A1-F6EECF244321}">
                <p14:modId xmlns:p14="http://schemas.microsoft.com/office/powerpoint/2010/main" val="4166394451"/>
              </p:ext>
            </p:extLst>
          </p:nvPr>
        </p:nvGraphicFramePr>
        <p:xfrm>
          <a:off x="1166088" y="2522085"/>
          <a:ext cx="9780587" cy="34369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303200D-63AD-A0EE-1241-BA8A784DA1B7}"/>
              </a:ext>
            </a:extLst>
          </p:cNvPr>
          <p:cNvSpPr>
            <a:spLocks noGrp="1"/>
          </p:cNvSpPr>
          <p:nvPr>
            <p:ph type="title"/>
          </p:nvPr>
        </p:nvSpPr>
        <p:spPr>
          <a:xfrm>
            <a:off x="1158864" y="102021"/>
            <a:ext cx="9779183" cy="1744415"/>
          </a:xfrm>
        </p:spPr>
        <p:txBody>
          <a:bodyPr anchor="b">
            <a:normAutofit/>
          </a:bodyPr>
          <a:lstStyle/>
          <a:p>
            <a:r>
              <a:rPr lang="en-US" dirty="0" err="1"/>
              <a:t>Architettura</a:t>
            </a:r>
            <a:r>
              <a:rPr lang="en-US" dirty="0"/>
              <a:t> della </a:t>
            </a:r>
            <a:r>
              <a:rPr lang="en-US" dirty="0" err="1"/>
              <a:t>soluzione</a:t>
            </a:r>
            <a:endParaRPr lang="en-US" dirty="0"/>
          </a:p>
        </p:txBody>
      </p:sp>
      <p:graphicFrame>
        <p:nvGraphicFramePr>
          <p:cNvPr id="12" name="Content Placeholder 2">
            <a:extLst>
              <a:ext uri="{FF2B5EF4-FFF2-40B4-BE49-F238E27FC236}">
                <a16:creationId xmlns:a16="http://schemas.microsoft.com/office/drawing/2014/main" id="{AEB4BA22-3CCD-6801-4300-BE7E96B28CEB}"/>
              </a:ext>
            </a:extLst>
          </p:cNvPr>
          <p:cNvGraphicFramePr>
            <a:graphicFrameLocks noGrp="1"/>
          </p:cNvGraphicFramePr>
          <p:nvPr>
            <p:ph idx="1"/>
            <p:extLst>
              <p:ext uri="{D42A27DB-BD31-4B8C-83A1-F6EECF244321}">
                <p14:modId xmlns:p14="http://schemas.microsoft.com/office/powerpoint/2010/main" val="1755747156"/>
              </p:ext>
            </p:extLst>
          </p:nvPr>
        </p:nvGraphicFramePr>
        <p:xfrm>
          <a:off x="1158865" y="2017467"/>
          <a:ext cx="9779182" cy="33668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7112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F148DD4-4828-CE87-0C5C-42BE175E8DA5}"/>
              </a:ext>
            </a:extLst>
          </p:cNvPr>
          <p:cNvSpPr>
            <a:spLocks noGrp="1"/>
          </p:cNvSpPr>
          <p:nvPr>
            <p:ph type="title"/>
          </p:nvPr>
        </p:nvSpPr>
        <p:spPr>
          <a:xfrm>
            <a:off x="1927123" y="264693"/>
            <a:ext cx="11444748" cy="1275347"/>
          </a:xfrm>
        </p:spPr>
        <p:txBody>
          <a:bodyPr rtlCol="0"/>
          <a:lstStyle>
            <a:defPPr>
              <a:defRPr lang="it-IT"/>
            </a:defPPr>
          </a:lstStyle>
          <a:p>
            <a:r>
              <a:rPr lang="it-IT" sz="4400" dirty="0"/>
              <a:t>Data Engineering e Preparazione </a:t>
            </a:r>
          </a:p>
        </p:txBody>
      </p:sp>
      <p:sp>
        <p:nvSpPr>
          <p:cNvPr id="4" name="Segnaposto contenuto 3">
            <a:extLst>
              <a:ext uri="{FF2B5EF4-FFF2-40B4-BE49-F238E27FC236}">
                <a16:creationId xmlns:a16="http://schemas.microsoft.com/office/drawing/2014/main" id="{51F217A4-4293-23BF-432F-A1E752B25CD6}"/>
              </a:ext>
            </a:extLst>
          </p:cNvPr>
          <p:cNvSpPr txBox="1">
            <a:spLocks/>
          </p:cNvSpPr>
          <p:nvPr/>
        </p:nvSpPr>
        <p:spPr>
          <a:xfrm>
            <a:off x="1171075" y="1540040"/>
            <a:ext cx="10193677" cy="4100714"/>
          </a:xfrm>
          <a:prstGeom prst="rect">
            <a:avLst/>
          </a:prstGeom>
        </p:spPr>
        <p:txBody>
          <a:bodyPr rtlCol="0">
            <a:normAutofit/>
          </a:bodyPr>
          <a:lstStyle>
            <a:defPPr>
              <a:defRPr lang="it-IT"/>
            </a:defPPr>
            <a:lvl1pPr marL="228600" indent="-228600" algn="l" defTabSz="914400" rtl="0" eaLnBrk="1" latinLnBrk="0" hangingPunct="1">
              <a:lnSpc>
                <a:spcPct val="90000"/>
              </a:lnSpc>
              <a:spcBef>
                <a:spcPts val="1000"/>
              </a:spcBef>
              <a:buFont typeface="Arial" panose="020B0604020202020204" pitchFamily="34" charset="0"/>
              <a:buChar char="•"/>
              <a:defRPr lang="it-IT"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it-IT"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it-IT"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0" indent="0">
              <a:buNone/>
            </a:pPr>
            <a:endParaRPr lang="it-IT" dirty="0"/>
          </a:p>
        </p:txBody>
      </p:sp>
      <p:sp>
        <p:nvSpPr>
          <p:cNvPr id="5" name="CasellaDiTesto 4">
            <a:extLst>
              <a:ext uri="{FF2B5EF4-FFF2-40B4-BE49-F238E27FC236}">
                <a16:creationId xmlns:a16="http://schemas.microsoft.com/office/drawing/2014/main" id="{C84DD9BD-7BEF-5731-1D49-9846379115A9}"/>
              </a:ext>
            </a:extLst>
          </p:cNvPr>
          <p:cNvSpPr txBox="1"/>
          <p:nvPr/>
        </p:nvSpPr>
        <p:spPr>
          <a:xfrm>
            <a:off x="1927123" y="1540040"/>
            <a:ext cx="8986683" cy="3693319"/>
          </a:xfrm>
          <a:prstGeom prst="rect">
            <a:avLst/>
          </a:prstGeom>
          <a:noFill/>
        </p:spPr>
        <p:txBody>
          <a:bodyPr wrap="square">
            <a:spAutoFit/>
          </a:bodyPr>
          <a:lstStyle/>
          <a:p>
            <a:r>
              <a:rPr lang="it-IT" b="1" dirty="0"/>
              <a:t>Ingestione Dati</a:t>
            </a:r>
            <a:endParaRPr lang="it-IT" dirty="0"/>
          </a:p>
          <a:p>
            <a:pPr marL="285750" indent="-285750">
              <a:buFont typeface="Arial" panose="020B0604020202020204" pitchFamily="34" charset="0"/>
              <a:buChar char="•"/>
            </a:pPr>
            <a:r>
              <a:rPr lang="it-IT" b="1" dirty="0"/>
              <a:t>Input:</a:t>
            </a:r>
            <a:r>
              <a:rPr lang="it-IT" dirty="0"/>
              <a:t> 20 File CSV eterogenei</a:t>
            </a:r>
          </a:p>
          <a:p>
            <a:pPr marL="285750" indent="-285750">
              <a:buFont typeface="Arial" panose="020B0604020202020204" pitchFamily="34" charset="0"/>
              <a:buChar char="•"/>
            </a:pPr>
            <a:r>
              <a:rPr lang="it-IT" b="1" dirty="0"/>
              <a:t>Action:</a:t>
            </a:r>
            <a:r>
              <a:rPr lang="it-IT" dirty="0"/>
              <a:t> Unificazione schema e normalizzazione</a:t>
            </a:r>
          </a:p>
          <a:p>
            <a:pPr marL="285750" indent="-285750">
              <a:buFont typeface="Arial" panose="020B0604020202020204" pitchFamily="34" charset="0"/>
              <a:buChar char="•"/>
            </a:pPr>
            <a:r>
              <a:rPr lang="it-IT" b="1" dirty="0"/>
              <a:t>Arricchimento:</a:t>
            </a:r>
            <a:r>
              <a:rPr lang="it-IT" dirty="0"/>
              <a:t> Tagging della sorgente </a:t>
            </a:r>
            <a:r>
              <a:rPr lang="it-IT" dirty="0" err="1">
                <a:latin typeface="Courier New" panose="02070309020205020404" pitchFamily="49" charset="0"/>
              </a:rPr>
              <a:t>app_name</a:t>
            </a:r>
            <a:r>
              <a:rPr lang="it-IT" dirty="0"/>
              <a:t> per tracciabilità</a:t>
            </a:r>
          </a:p>
          <a:p>
            <a:endParaRPr lang="it-IT" dirty="0"/>
          </a:p>
          <a:p>
            <a:r>
              <a:rPr lang="it-IT" b="1" dirty="0"/>
              <a:t>Data </a:t>
            </a:r>
            <a:r>
              <a:rPr lang="it-IT" b="1" dirty="0" err="1"/>
              <a:t>Augmentation</a:t>
            </a:r>
            <a:endParaRPr lang="it-IT" dirty="0"/>
          </a:p>
          <a:p>
            <a:pPr marL="285750" indent="-285750">
              <a:buFont typeface="Arial" panose="020B0604020202020204" pitchFamily="34" charset="0"/>
              <a:buChar char="•"/>
            </a:pPr>
            <a:r>
              <a:rPr lang="it-IT" b="1" dirty="0"/>
              <a:t>Obiettivo:</a:t>
            </a:r>
            <a:r>
              <a:rPr lang="it-IT" dirty="0"/>
              <a:t> aumentare il volume dei dati per effettuare stress test</a:t>
            </a:r>
          </a:p>
          <a:p>
            <a:pPr marL="285750" indent="-285750">
              <a:buFont typeface="Arial" panose="020B0604020202020204" pitchFamily="34" charset="0"/>
              <a:buChar char="•"/>
            </a:pPr>
            <a:r>
              <a:rPr lang="it-IT" b="1" dirty="0"/>
              <a:t>Tecnica:</a:t>
            </a:r>
            <a:r>
              <a:rPr lang="it-IT" dirty="0"/>
              <a:t> Funzioni Spark </a:t>
            </a:r>
            <a:r>
              <a:rPr lang="it-IT" dirty="0" err="1">
                <a:latin typeface="Courier New" panose="02070309020205020404" pitchFamily="49" charset="0"/>
              </a:rPr>
              <a:t>explode</a:t>
            </a:r>
            <a:r>
              <a:rPr lang="it-IT" dirty="0"/>
              <a:t> e </a:t>
            </a:r>
            <a:r>
              <a:rPr lang="it-IT" dirty="0" err="1">
                <a:latin typeface="Courier New" panose="02070309020205020404" pitchFamily="49" charset="0"/>
              </a:rPr>
              <a:t>array_repeat</a:t>
            </a:r>
            <a:r>
              <a:rPr lang="it-IT" dirty="0"/>
              <a:t>.</a:t>
            </a:r>
          </a:p>
          <a:p>
            <a:pPr marL="285750" indent="-285750">
              <a:buFont typeface="Arial" panose="020B0604020202020204" pitchFamily="34" charset="0"/>
              <a:buChar char="•"/>
            </a:pPr>
            <a:r>
              <a:rPr lang="it-IT" b="1" dirty="0"/>
              <a:t>Integrità:</a:t>
            </a:r>
            <a:r>
              <a:rPr lang="it-IT" dirty="0"/>
              <a:t> Generazione distribuita di chiave primaria </a:t>
            </a:r>
            <a:r>
              <a:rPr lang="it-IT" dirty="0" err="1">
                <a:latin typeface="Courier New" panose="02070309020205020404" pitchFamily="49" charset="0"/>
              </a:rPr>
              <a:t>unique_id</a:t>
            </a:r>
            <a:r>
              <a:rPr lang="it-IT" dirty="0"/>
              <a:t>.</a:t>
            </a:r>
          </a:p>
          <a:p>
            <a:endParaRPr lang="it-IT" dirty="0"/>
          </a:p>
          <a:p>
            <a:r>
              <a:rPr lang="it-IT" b="1" dirty="0"/>
              <a:t>Ottimizzazione Storage</a:t>
            </a:r>
            <a:endParaRPr lang="it-IT" dirty="0"/>
          </a:p>
          <a:p>
            <a:pPr marL="285750" indent="-285750">
              <a:buFont typeface="Arial" panose="020B0604020202020204" pitchFamily="34" charset="0"/>
              <a:buChar char="•"/>
            </a:pPr>
            <a:r>
              <a:rPr lang="it-IT" b="1" dirty="0"/>
              <a:t>Output:</a:t>
            </a:r>
            <a:r>
              <a:rPr lang="it-IT" dirty="0"/>
              <a:t> Scrittura su HDFS in formato parquet.</a:t>
            </a:r>
          </a:p>
          <a:p>
            <a:pPr marL="285750" indent="-285750">
              <a:buFont typeface="Arial" panose="020B0604020202020204" pitchFamily="34" charset="0"/>
              <a:buChar char="•"/>
            </a:pPr>
            <a:r>
              <a:rPr lang="it-IT" b="1" dirty="0"/>
              <a:t>Vantaggio:</a:t>
            </a:r>
            <a:r>
              <a:rPr lang="it-IT" dirty="0"/>
              <a:t> Abilitazione </a:t>
            </a:r>
            <a:r>
              <a:rPr lang="it-IT" dirty="0" err="1"/>
              <a:t>Projection</a:t>
            </a:r>
            <a:r>
              <a:rPr lang="it-IT" dirty="0"/>
              <a:t> </a:t>
            </a:r>
            <a:r>
              <a:rPr lang="it-IT" dirty="0" err="1"/>
              <a:t>Pushdown</a:t>
            </a:r>
            <a:endParaRPr lang="it-IT" dirty="0"/>
          </a:p>
        </p:txBody>
      </p:sp>
    </p:spTree>
    <p:extLst>
      <p:ext uri="{BB962C8B-B14F-4D97-AF65-F5344CB8AC3E}">
        <p14:creationId xmlns:p14="http://schemas.microsoft.com/office/powerpoint/2010/main" val="3662677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BF3A9-84A7-5EEE-7089-E817204AF7E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12FF7C0-3D02-2306-377A-85DED6BDF737}"/>
              </a:ext>
            </a:extLst>
          </p:cNvPr>
          <p:cNvSpPr>
            <a:spLocks noGrp="1"/>
          </p:cNvSpPr>
          <p:nvPr>
            <p:ph type="title"/>
          </p:nvPr>
        </p:nvSpPr>
        <p:spPr>
          <a:xfrm>
            <a:off x="1927123" y="264693"/>
            <a:ext cx="11444748" cy="1275347"/>
          </a:xfrm>
        </p:spPr>
        <p:txBody>
          <a:bodyPr rtlCol="0"/>
          <a:lstStyle>
            <a:defPPr>
              <a:defRPr lang="it-IT"/>
            </a:defPPr>
          </a:lstStyle>
          <a:p>
            <a:r>
              <a:rPr lang="it-IT" sz="4400" dirty="0"/>
              <a:t>Data Engineering e Preparazione </a:t>
            </a:r>
          </a:p>
        </p:txBody>
      </p:sp>
      <p:sp>
        <p:nvSpPr>
          <p:cNvPr id="4" name="Segnaposto contenuto 3">
            <a:extLst>
              <a:ext uri="{FF2B5EF4-FFF2-40B4-BE49-F238E27FC236}">
                <a16:creationId xmlns:a16="http://schemas.microsoft.com/office/drawing/2014/main" id="{8A77992B-26EF-C74E-D62B-1B23DFC851AC}"/>
              </a:ext>
            </a:extLst>
          </p:cNvPr>
          <p:cNvSpPr txBox="1">
            <a:spLocks/>
          </p:cNvSpPr>
          <p:nvPr/>
        </p:nvSpPr>
        <p:spPr>
          <a:xfrm>
            <a:off x="1171075" y="1540040"/>
            <a:ext cx="10193677" cy="4100714"/>
          </a:xfrm>
          <a:prstGeom prst="rect">
            <a:avLst/>
          </a:prstGeom>
        </p:spPr>
        <p:txBody>
          <a:bodyPr rtlCol="0">
            <a:normAutofit/>
          </a:bodyPr>
          <a:lstStyle>
            <a:defPPr>
              <a:defRPr lang="it-IT"/>
            </a:defPPr>
            <a:lvl1pPr marL="228600" indent="-228600" algn="l" defTabSz="914400" rtl="0" eaLnBrk="1" latinLnBrk="0" hangingPunct="1">
              <a:lnSpc>
                <a:spcPct val="90000"/>
              </a:lnSpc>
              <a:spcBef>
                <a:spcPts val="1000"/>
              </a:spcBef>
              <a:buFont typeface="Arial" panose="020B0604020202020204" pitchFamily="34" charset="0"/>
              <a:buChar char="•"/>
              <a:defRPr lang="it-IT"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it-IT"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it-IT"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0" indent="0">
              <a:buNone/>
            </a:pPr>
            <a:endParaRPr lang="it-IT" dirty="0"/>
          </a:p>
        </p:txBody>
      </p:sp>
      <p:graphicFrame>
        <p:nvGraphicFramePr>
          <p:cNvPr id="3" name="Segnaposto contenuto 2">
            <a:extLst>
              <a:ext uri="{FF2B5EF4-FFF2-40B4-BE49-F238E27FC236}">
                <a16:creationId xmlns:a16="http://schemas.microsoft.com/office/drawing/2014/main" id="{27D06D7F-2D4E-0338-5753-918863312C55}"/>
              </a:ext>
            </a:extLst>
          </p:cNvPr>
          <p:cNvGraphicFramePr>
            <a:graphicFrameLocks/>
          </p:cNvGraphicFramePr>
          <p:nvPr>
            <p:extLst>
              <p:ext uri="{D42A27DB-BD31-4B8C-83A1-F6EECF244321}">
                <p14:modId xmlns:p14="http://schemas.microsoft.com/office/powerpoint/2010/main" val="313641235"/>
              </p:ext>
            </p:extLst>
          </p:nvPr>
        </p:nvGraphicFramePr>
        <p:xfrm>
          <a:off x="959230" y="1356571"/>
          <a:ext cx="10937801" cy="41007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008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7FF5EE67-DE83-C00F-F31C-58A2B46234DB}"/>
              </a:ext>
            </a:extLst>
          </p:cNvPr>
          <p:cNvSpPr>
            <a:spLocks noGrp="1"/>
          </p:cNvSpPr>
          <p:nvPr>
            <p:ph type="title"/>
          </p:nvPr>
        </p:nvSpPr>
        <p:spPr>
          <a:xfrm>
            <a:off x="1206408" y="-533589"/>
            <a:ext cx="9779183" cy="2047757"/>
          </a:xfrm>
        </p:spPr>
        <p:txBody>
          <a:bodyPr vert="horz" lIns="91440" tIns="45720" rIns="91440" bIns="45720" rtlCol="0" anchor="b">
            <a:normAutofit/>
          </a:bodyPr>
          <a:lstStyle>
            <a:defPPr>
              <a:defRPr lang="it-IT"/>
            </a:defPPr>
          </a:lstStyle>
          <a:p>
            <a:r>
              <a:rPr lang="it-IT" b="1" kern="1200" dirty="0">
                <a:latin typeface="+mj-lt"/>
                <a:ea typeface="+mj-ea"/>
                <a:cs typeface="+mj-cs"/>
              </a:rPr>
              <a:t>Pipeline di analisi distribuita</a:t>
            </a:r>
          </a:p>
        </p:txBody>
      </p:sp>
      <p:graphicFrame>
        <p:nvGraphicFramePr>
          <p:cNvPr id="13" name="CasellaDiTesto 10">
            <a:extLst>
              <a:ext uri="{FF2B5EF4-FFF2-40B4-BE49-F238E27FC236}">
                <a16:creationId xmlns:a16="http://schemas.microsoft.com/office/drawing/2014/main" id="{CE196EA8-BB32-9850-3FFC-EE072E812770}"/>
              </a:ext>
            </a:extLst>
          </p:cNvPr>
          <p:cNvGraphicFramePr/>
          <p:nvPr>
            <p:extLst>
              <p:ext uri="{D42A27DB-BD31-4B8C-83A1-F6EECF244321}">
                <p14:modId xmlns:p14="http://schemas.microsoft.com/office/powerpoint/2010/main" val="224193757"/>
              </p:ext>
            </p:extLst>
          </p:nvPr>
        </p:nvGraphicFramePr>
        <p:xfrm>
          <a:off x="0" y="1210826"/>
          <a:ext cx="11857703" cy="52897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9338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299A2-BF6C-6D47-3349-8AE7527857FA}"/>
            </a:ext>
          </a:extLst>
        </p:cNvPr>
        <p:cNvGrpSpPr/>
        <p:nvPr/>
      </p:nvGrpSpPr>
      <p:grpSpPr>
        <a:xfrm>
          <a:off x="0" y="0"/>
          <a:ext cx="0" cy="0"/>
          <a:chOff x="0" y="0"/>
          <a:chExt cx="0" cy="0"/>
        </a:xfrm>
      </p:grpSpPr>
      <p:sp>
        <p:nvSpPr>
          <p:cNvPr id="5" name="Titolo 4">
            <a:extLst>
              <a:ext uri="{FF2B5EF4-FFF2-40B4-BE49-F238E27FC236}">
                <a16:creationId xmlns:a16="http://schemas.microsoft.com/office/drawing/2014/main" id="{D7ED0BC4-9958-7AD9-7390-D47B94F67A7F}"/>
              </a:ext>
            </a:extLst>
          </p:cNvPr>
          <p:cNvSpPr>
            <a:spLocks noGrp="1"/>
          </p:cNvSpPr>
          <p:nvPr>
            <p:ph type="title"/>
          </p:nvPr>
        </p:nvSpPr>
        <p:spPr>
          <a:xfrm>
            <a:off x="1167492" y="69008"/>
            <a:ext cx="9779183" cy="1065643"/>
          </a:xfrm>
        </p:spPr>
        <p:txBody>
          <a:bodyPr rtlCol="0" anchor="b">
            <a:normAutofit/>
          </a:bodyPr>
          <a:lstStyle>
            <a:defPPr>
              <a:defRPr lang="it-IT"/>
            </a:defPPr>
          </a:lstStyle>
          <a:p>
            <a:r>
              <a:rPr lang="it-IT" dirty="0"/>
              <a:t>Benchmarking e Scalabilità</a:t>
            </a:r>
          </a:p>
        </p:txBody>
      </p:sp>
      <p:sp>
        <p:nvSpPr>
          <p:cNvPr id="3" name="Segnaposto contenuto 2">
            <a:extLst>
              <a:ext uri="{FF2B5EF4-FFF2-40B4-BE49-F238E27FC236}">
                <a16:creationId xmlns:a16="http://schemas.microsoft.com/office/drawing/2014/main" id="{7C438C7A-4F88-EAED-3C20-B708B1DEE37D}"/>
              </a:ext>
            </a:extLst>
          </p:cNvPr>
          <p:cNvSpPr>
            <a:spLocks noGrp="1"/>
          </p:cNvSpPr>
          <p:nvPr>
            <p:ph idx="12"/>
          </p:nvPr>
        </p:nvSpPr>
        <p:spPr>
          <a:xfrm>
            <a:off x="658761" y="1824425"/>
            <a:ext cx="5712290" cy="4605416"/>
          </a:xfrm>
        </p:spPr>
        <p:txBody>
          <a:bodyPr>
            <a:normAutofit/>
          </a:bodyPr>
          <a:lstStyle/>
          <a:p>
            <a:pPr marL="0" indent="0">
              <a:buNone/>
            </a:pPr>
            <a:r>
              <a:rPr lang="it-IT" b="1" dirty="0"/>
              <a:t>Metodologia di Test:</a:t>
            </a:r>
            <a:endParaRPr lang="it-IT" dirty="0"/>
          </a:p>
          <a:p>
            <a:pPr marL="342900" indent="-342900">
              <a:buFont typeface="Arial" panose="020B0604020202020204" pitchFamily="34" charset="0"/>
              <a:buChar char="•"/>
            </a:pPr>
            <a:r>
              <a:rPr lang="it-IT" dirty="0"/>
              <a:t>Volume dati fisso vs Risorse variabili</a:t>
            </a:r>
          </a:p>
          <a:p>
            <a:pPr marL="342900" indent="-342900">
              <a:buFont typeface="Arial" panose="020B0604020202020204" pitchFamily="34" charset="0"/>
              <a:buChar char="•"/>
            </a:pPr>
            <a:r>
              <a:rPr lang="it-IT" dirty="0"/>
              <a:t>Esecuzione della stessa pipeline NLP incrementando i nodi worker da 1 a 4</a:t>
            </a:r>
          </a:p>
          <a:p>
            <a:pPr marL="342900" indent="-342900">
              <a:buFont typeface="Arial" panose="020B0604020202020204" pitchFamily="34" charset="0"/>
              <a:buChar char="•"/>
            </a:pPr>
            <a:r>
              <a:rPr lang="it-IT" dirty="0"/>
              <a:t>Misurazione del tempo di esecuzione</a:t>
            </a:r>
          </a:p>
          <a:p>
            <a:pPr marL="0" indent="0">
              <a:buNone/>
            </a:pPr>
            <a:r>
              <a:rPr lang="it-IT" b="1" dirty="0"/>
              <a:t>Analisi dell'Efficienza:</a:t>
            </a:r>
            <a:endParaRPr lang="it-IT" dirty="0"/>
          </a:p>
          <a:p>
            <a:pPr marL="342900" indent="-342900">
              <a:buFont typeface="Arial" panose="020B0604020202020204" pitchFamily="34" charset="0"/>
              <a:buChar char="•"/>
            </a:pPr>
            <a:r>
              <a:rPr lang="it-IT" b="1" dirty="0" err="1"/>
              <a:t>Sweet</a:t>
            </a:r>
            <a:r>
              <a:rPr lang="it-IT" b="1" dirty="0"/>
              <a:t> Spot a 3 nodi:</a:t>
            </a:r>
            <a:r>
              <a:rPr lang="it-IT" dirty="0"/>
              <a:t> Efficienza massima raggiunta (</a:t>
            </a:r>
            <a:r>
              <a:rPr lang="it-IT" b="1" dirty="0"/>
              <a:t>90%</a:t>
            </a:r>
            <a:r>
              <a:rPr lang="it-IT" dirty="0"/>
              <a:t>)</a:t>
            </a:r>
          </a:p>
          <a:p>
            <a:pPr marL="342900" indent="-342900">
              <a:buFont typeface="Arial" panose="020B0604020202020204" pitchFamily="34" charset="0"/>
              <a:buChar char="•"/>
            </a:pPr>
            <a:r>
              <a:rPr lang="it-IT" b="1" dirty="0"/>
              <a:t>Punto di Saturazione con 4 nodi:</a:t>
            </a:r>
            <a:r>
              <a:rPr lang="it-IT" dirty="0"/>
              <a:t> L'efficienza scende al </a:t>
            </a:r>
            <a:r>
              <a:rPr lang="it-IT" b="1" dirty="0"/>
              <a:t>76%</a:t>
            </a:r>
            <a:r>
              <a:rPr lang="it-IT" dirty="0"/>
              <a:t>.</a:t>
            </a:r>
          </a:p>
          <a:p>
            <a:pPr marL="0" indent="0">
              <a:buNone/>
            </a:pPr>
            <a:endParaRPr lang="it-IT" dirty="0"/>
          </a:p>
          <a:p>
            <a:endParaRPr lang="it-IT" dirty="0"/>
          </a:p>
        </p:txBody>
      </p:sp>
      <p:graphicFrame>
        <p:nvGraphicFramePr>
          <p:cNvPr id="7" name="Tabella 6">
            <a:extLst>
              <a:ext uri="{FF2B5EF4-FFF2-40B4-BE49-F238E27FC236}">
                <a16:creationId xmlns:a16="http://schemas.microsoft.com/office/drawing/2014/main" id="{09BD6F7A-9099-6990-81F3-C9B2981FAF4A}"/>
              </a:ext>
            </a:extLst>
          </p:cNvPr>
          <p:cNvGraphicFramePr>
            <a:graphicFrameLocks noGrp="1"/>
          </p:cNvGraphicFramePr>
          <p:nvPr>
            <p:extLst>
              <p:ext uri="{D42A27DB-BD31-4B8C-83A1-F6EECF244321}">
                <p14:modId xmlns:p14="http://schemas.microsoft.com/office/powerpoint/2010/main" val="2928169069"/>
              </p:ext>
            </p:extLst>
          </p:nvPr>
        </p:nvGraphicFramePr>
        <p:xfrm>
          <a:off x="6170828" y="1345993"/>
          <a:ext cx="5113470" cy="1871665"/>
        </p:xfrm>
        <a:graphic>
          <a:graphicData uri="http://schemas.openxmlformats.org/drawingml/2006/table">
            <a:tbl>
              <a:tblPr firstRow="1" firstCol="1" bandRow="1">
                <a:tableStyleId>{69012ECD-51FC-41F1-AA8D-1B2483CD663E}</a:tableStyleId>
              </a:tblPr>
              <a:tblGrid>
                <a:gridCol w="852245">
                  <a:extLst>
                    <a:ext uri="{9D8B030D-6E8A-4147-A177-3AD203B41FA5}">
                      <a16:colId xmlns:a16="http://schemas.microsoft.com/office/drawing/2014/main" val="4291631427"/>
                    </a:ext>
                  </a:extLst>
                </a:gridCol>
                <a:gridCol w="852245">
                  <a:extLst>
                    <a:ext uri="{9D8B030D-6E8A-4147-A177-3AD203B41FA5}">
                      <a16:colId xmlns:a16="http://schemas.microsoft.com/office/drawing/2014/main" val="3635527207"/>
                    </a:ext>
                  </a:extLst>
                </a:gridCol>
                <a:gridCol w="852245">
                  <a:extLst>
                    <a:ext uri="{9D8B030D-6E8A-4147-A177-3AD203B41FA5}">
                      <a16:colId xmlns:a16="http://schemas.microsoft.com/office/drawing/2014/main" val="1207957539"/>
                    </a:ext>
                  </a:extLst>
                </a:gridCol>
                <a:gridCol w="852245">
                  <a:extLst>
                    <a:ext uri="{9D8B030D-6E8A-4147-A177-3AD203B41FA5}">
                      <a16:colId xmlns:a16="http://schemas.microsoft.com/office/drawing/2014/main" val="3478596742"/>
                    </a:ext>
                  </a:extLst>
                </a:gridCol>
                <a:gridCol w="852245">
                  <a:extLst>
                    <a:ext uri="{9D8B030D-6E8A-4147-A177-3AD203B41FA5}">
                      <a16:colId xmlns:a16="http://schemas.microsoft.com/office/drawing/2014/main" val="1553156767"/>
                    </a:ext>
                  </a:extLst>
                </a:gridCol>
                <a:gridCol w="852245">
                  <a:extLst>
                    <a:ext uri="{9D8B030D-6E8A-4147-A177-3AD203B41FA5}">
                      <a16:colId xmlns:a16="http://schemas.microsoft.com/office/drawing/2014/main" val="4270830318"/>
                    </a:ext>
                  </a:extLst>
                </a:gridCol>
              </a:tblGrid>
              <a:tr h="375310">
                <a:tc>
                  <a:txBody>
                    <a:bodyPr/>
                    <a:lstStyle/>
                    <a:p>
                      <a:pPr algn="just">
                        <a:lnSpc>
                          <a:spcPct val="150000"/>
                        </a:lnSpc>
                        <a:spcAft>
                          <a:spcPts val="800"/>
                        </a:spcAft>
                        <a:buNone/>
                      </a:pPr>
                      <a:r>
                        <a:rPr lang="it-IT" sz="1500" kern="100" dirty="0" err="1">
                          <a:effectLst/>
                        </a:rPr>
                        <a:t>Config</a:t>
                      </a:r>
                      <a:r>
                        <a:rPr lang="it-IT" sz="1500" kern="100" dirty="0">
                          <a:effectLst/>
                        </a:rPr>
                        <a:t>.</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Core Totali</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RAM</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Load (s)</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Calcolo (s)</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Totale (s)</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7648085"/>
                  </a:ext>
                </a:extLst>
              </a:tr>
              <a:tr h="300505">
                <a:tc>
                  <a:txBody>
                    <a:bodyPr/>
                    <a:lstStyle/>
                    <a:p>
                      <a:pPr algn="just">
                        <a:lnSpc>
                          <a:spcPct val="150000"/>
                        </a:lnSpc>
                        <a:spcAft>
                          <a:spcPts val="800"/>
                        </a:spcAft>
                        <a:buNone/>
                      </a:pPr>
                      <a:r>
                        <a:rPr lang="it-IT" sz="1500" kern="100">
                          <a:effectLst/>
                        </a:rPr>
                        <a:t>1 Nodo</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4 CPU</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10 GB</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5.19</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237.54</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243.96</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4851051"/>
                  </a:ext>
                </a:extLst>
              </a:tr>
              <a:tr h="300505">
                <a:tc>
                  <a:txBody>
                    <a:bodyPr/>
                    <a:lstStyle/>
                    <a:p>
                      <a:pPr algn="just">
                        <a:lnSpc>
                          <a:spcPct val="150000"/>
                        </a:lnSpc>
                        <a:spcAft>
                          <a:spcPts val="800"/>
                        </a:spcAft>
                        <a:buNone/>
                      </a:pPr>
                      <a:r>
                        <a:rPr lang="it-IT" sz="1500" kern="100">
                          <a:effectLst/>
                        </a:rPr>
                        <a:t>2 Nodi</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8 CPU</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20GB</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5.78</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135.75</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142.63</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4626503"/>
                  </a:ext>
                </a:extLst>
              </a:tr>
              <a:tr h="300505">
                <a:tc>
                  <a:txBody>
                    <a:bodyPr/>
                    <a:lstStyle/>
                    <a:p>
                      <a:pPr algn="just">
                        <a:lnSpc>
                          <a:spcPct val="150000"/>
                        </a:lnSpc>
                        <a:spcAft>
                          <a:spcPts val="800"/>
                        </a:spcAft>
                        <a:buNone/>
                      </a:pPr>
                      <a:r>
                        <a:rPr lang="it-IT" sz="1500" kern="100">
                          <a:effectLst/>
                        </a:rPr>
                        <a:t>3 Nodi</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12 CPU</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30 GB</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5.78</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83.2</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90.08</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94551635"/>
                  </a:ext>
                </a:extLst>
              </a:tr>
              <a:tr h="300505">
                <a:tc>
                  <a:txBody>
                    <a:bodyPr/>
                    <a:lstStyle/>
                    <a:p>
                      <a:pPr algn="just">
                        <a:lnSpc>
                          <a:spcPct val="150000"/>
                        </a:lnSpc>
                        <a:spcAft>
                          <a:spcPts val="800"/>
                        </a:spcAft>
                        <a:buNone/>
                      </a:pPr>
                      <a:r>
                        <a:rPr lang="it-IT" sz="1500" kern="100">
                          <a:effectLst/>
                        </a:rPr>
                        <a:t>4 Nodi</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16 CPU</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40 GB</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a:effectLst/>
                        </a:rPr>
                        <a:t>5.66</a:t>
                      </a:r>
                      <a:endParaRPr lang="it-IT" sz="15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73.40</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buNone/>
                      </a:pPr>
                      <a:r>
                        <a:rPr lang="it-IT" sz="1500" kern="100" dirty="0">
                          <a:effectLst/>
                        </a:rPr>
                        <a:t>80.12</a:t>
                      </a:r>
                      <a:endParaRPr lang="it-IT" sz="15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63090864"/>
                  </a:ext>
                </a:extLst>
              </a:tr>
            </a:tbl>
          </a:graphicData>
        </a:graphic>
      </p:graphicFrame>
      <p:pic>
        <p:nvPicPr>
          <p:cNvPr id="11" name="Immagine 10" descr="Immagine che contiene testo, linea, Diagramma, diagramma&#10;&#10;Il contenuto generato dall'IA potrebbe non essere corretto.">
            <a:extLst>
              <a:ext uri="{FF2B5EF4-FFF2-40B4-BE49-F238E27FC236}">
                <a16:creationId xmlns:a16="http://schemas.microsoft.com/office/drawing/2014/main" id="{5C5528A8-9401-BE17-8D57-8627BD328A32}"/>
              </a:ext>
            </a:extLst>
          </p:cNvPr>
          <p:cNvPicPr>
            <a:picLocks noChangeAspect="1"/>
          </p:cNvPicPr>
          <p:nvPr/>
        </p:nvPicPr>
        <p:blipFill>
          <a:blip r:embed="rId3"/>
          <a:stretch>
            <a:fillRect/>
          </a:stretch>
        </p:blipFill>
        <p:spPr>
          <a:xfrm>
            <a:off x="6170828" y="3429000"/>
            <a:ext cx="5001402" cy="3000841"/>
          </a:xfrm>
          <a:prstGeom prst="rect">
            <a:avLst/>
          </a:prstGeom>
        </p:spPr>
      </p:pic>
    </p:spTree>
    <p:extLst>
      <p:ext uri="{BB962C8B-B14F-4D97-AF65-F5344CB8AC3E}">
        <p14:creationId xmlns:p14="http://schemas.microsoft.com/office/powerpoint/2010/main" val="1566670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5">
            <a:extLst>
              <a:ext uri="{FF2B5EF4-FFF2-40B4-BE49-F238E27FC236}">
                <a16:creationId xmlns:a16="http://schemas.microsoft.com/office/drawing/2014/main" id="{EDF9E134-98AA-3ECE-E40A-180C85ACD7D5}"/>
              </a:ext>
            </a:extLst>
          </p:cNvPr>
          <p:cNvSpPr>
            <a:spLocks noGrp="1"/>
          </p:cNvSpPr>
          <p:nvPr>
            <p:ph type="title"/>
          </p:nvPr>
        </p:nvSpPr>
        <p:spPr>
          <a:xfrm>
            <a:off x="1158864" y="102022"/>
            <a:ext cx="9779183" cy="868484"/>
          </a:xfrm>
        </p:spPr>
        <p:txBody>
          <a:bodyPr vert="horz" lIns="91440" tIns="45720" rIns="91440" bIns="45720" rtlCol="0" anchor="b">
            <a:normAutofit/>
          </a:bodyPr>
          <a:lstStyle>
            <a:defPPr>
              <a:defRPr lang="it-IT"/>
            </a:defPPr>
          </a:lstStyle>
          <a:p>
            <a:r>
              <a:rPr lang="it-IT" b="1" kern="1200" dirty="0">
                <a:latin typeface="+mj-lt"/>
                <a:ea typeface="+mj-ea"/>
                <a:cs typeface="+mj-cs"/>
              </a:rPr>
              <a:t>Analisi del sentiment</a:t>
            </a:r>
          </a:p>
        </p:txBody>
      </p:sp>
      <p:graphicFrame>
        <p:nvGraphicFramePr>
          <p:cNvPr id="10" name="CasellaDiTesto 7">
            <a:extLst>
              <a:ext uri="{FF2B5EF4-FFF2-40B4-BE49-F238E27FC236}">
                <a16:creationId xmlns:a16="http://schemas.microsoft.com/office/drawing/2014/main" id="{2ED3E8B7-ADB3-F3CE-0F7E-B79DBD3C3049}"/>
              </a:ext>
            </a:extLst>
          </p:cNvPr>
          <p:cNvGraphicFramePr/>
          <p:nvPr>
            <p:extLst>
              <p:ext uri="{D42A27DB-BD31-4B8C-83A1-F6EECF244321}">
                <p14:modId xmlns:p14="http://schemas.microsoft.com/office/powerpoint/2010/main" val="2298724749"/>
              </p:ext>
            </p:extLst>
          </p:nvPr>
        </p:nvGraphicFramePr>
        <p:xfrm>
          <a:off x="511277" y="1112059"/>
          <a:ext cx="10726994" cy="46338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65939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5FF9F8AF-D44C-54F3-411C-6FE9F7F37C63}"/>
              </a:ext>
            </a:extLst>
          </p:cNvPr>
          <p:cNvSpPr>
            <a:spLocks noGrp="1"/>
          </p:cNvSpPr>
          <p:nvPr>
            <p:ph type="title"/>
          </p:nvPr>
        </p:nvSpPr>
        <p:spPr>
          <a:xfrm>
            <a:off x="832212" y="629920"/>
            <a:ext cx="9779183" cy="1065643"/>
          </a:xfrm>
        </p:spPr>
        <p:txBody>
          <a:bodyPr rtlCol="0" anchor="b">
            <a:normAutofit/>
          </a:bodyPr>
          <a:lstStyle>
            <a:defPPr>
              <a:defRPr lang="it-IT"/>
            </a:defPPr>
          </a:lstStyle>
          <a:p>
            <a:r>
              <a:rPr lang="it-IT" dirty="0"/>
              <a:t>Data </a:t>
            </a:r>
            <a:r>
              <a:rPr lang="it-IT" dirty="0" err="1"/>
              <a:t>visualization</a:t>
            </a:r>
            <a:endParaRPr lang="it-IT" dirty="0"/>
          </a:p>
        </p:txBody>
      </p:sp>
      <p:pic>
        <p:nvPicPr>
          <p:cNvPr id="8" name="Immagine 7" descr="Immagine che contiene testo, schermata, diagramma, numero&#10;&#10;Il contenuto generato dall'IA potrebbe non essere corretto.">
            <a:extLst>
              <a:ext uri="{FF2B5EF4-FFF2-40B4-BE49-F238E27FC236}">
                <a16:creationId xmlns:a16="http://schemas.microsoft.com/office/drawing/2014/main" id="{E8962377-FA6B-E1CC-49BB-3695BA0B600A}"/>
              </a:ext>
            </a:extLst>
          </p:cNvPr>
          <p:cNvPicPr>
            <a:picLocks noChangeAspect="1"/>
          </p:cNvPicPr>
          <p:nvPr/>
        </p:nvPicPr>
        <p:blipFill>
          <a:blip r:embed="rId3"/>
          <a:stretch>
            <a:fillRect/>
          </a:stretch>
        </p:blipFill>
        <p:spPr>
          <a:xfrm>
            <a:off x="8162194" y="2218678"/>
            <a:ext cx="3820801" cy="2761408"/>
          </a:xfrm>
          <a:prstGeom prst="rect">
            <a:avLst/>
          </a:prstGeom>
        </p:spPr>
      </p:pic>
      <p:pic>
        <p:nvPicPr>
          <p:cNvPr id="13" name="Immagine 12" descr="Immagine che contiene testo, schermata, diagramma, numero&#10;&#10;Il contenuto generato dall'IA potrebbe non essere corretto.">
            <a:extLst>
              <a:ext uri="{FF2B5EF4-FFF2-40B4-BE49-F238E27FC236}">
                <a16:creationId xmlns:a16="http://schemas.microsoft.com/office/drawing/2014/main" id="{F7E98179-11D3-427C-007C-A8D2ECBB7802}"/>
              </a:ext>
            </a:extLst>
          </p:cNvPr>
          <p:cNvPicPr>
            <a:picLocks noChangeAspect="1"/>
          </p:cNvPicPr>
          <p:nvPr/>
        </p:nvPicPr>
        <p:blipFill>
          <a:blip r:embed="rId4"/>
          <a:stretch>
            <a:fillRect/>
          </a:stretch>
        </p:blipFill>
        <p:spPr>
          <a:xfrm>
            <a:off x="209005" y="2224931"/>
            <a:ext cx="3820802" cy="2760235"/>
          </a:xfrm>
          <a:prstGeom prst="rect">
            <a:avLst/>
          </a:prstGeom>
        </p:spPr>
      </p:pic>
      <p:pic>
        <p:nvPicPr>
          <p:cNvPr id="6" name="Immagine 5" descr="Immagine che contiene testo, schermata, numero, Carattere&#10;&#10;Il contenuto generato dall'IA potrebbe non essere corretto.">
            <a:extLst>
              <a:ext uri="{FF2B5EF4-FFF2-40B4-BE49-F238E27FC236}">
                <a16:creationId xmlns:a16="http://schemas.microsoft.com/office/drawing/2014/main" id="{F3A16B0C-6CCF-E4D2-8D5C-1AF2B81C6270}"/>
              </a:ext>
            </a:extLst>
          </p:cNvPr>
          <p:cNvPicPr>
            <a:picLocks noChangeAspect="1"/>
          </p:cNvPicPr>
          <p:nvPr/>
        </p:nvPicPr>
        <p:blipFill>
          <a:blip r:embed="rId5"/>
          <a:stretch>
            <a:fillRect/>
          </a:stretch>
        </p:blipFill>
        <p:spPr>
          <a:xfrm>
            <a:off x="4185599" y="2224931"/>
            <a:ext cx="3820801" cy="2760235"/>
          </a:xfrm>
          <a:prstGeom prst="rect">
            <a:avLst/>
          </a:prstGeom>
        </p:spPr>
      </p:pic>
    </p:spTree>
    <p:extLst>
      <p:ext uri="{BB962C8B-B14F-4D97-AF65-F5344CB8AC3E}">
        <p14:creationId xmlns:p14="http://schemas.microsoft.com/office/powerpoint/2010/main" val="1059231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AF7C7E-61E4-AEC4-743A-CDA10420B896}"/>
              </a:ext>
            </a:extLst>
          </p:cNvPr>
          <p:cNvSpPr>
            <a:spLocks noGrp="1"/>
          </p:cNvSpPr>
          <p:nvPr>
            <p:ph type="title"/>
          </p:nvPr>
        </p:nvSpPr>
        <p:spPr>
          <a:xfrm>
            <a:off x="749528" y="278765"/>
            <a:ext cx="9779183" cy="1600835"/>
          </a:xfrm>
        </p:spPr>
        <p:txBody>
          <a:bodyPr vert="horz" lIns="91440" tIns="45720" rIns="91440" bIns="45720" rtlCol="0" anchor="b">
            <a:normAutofit/>
          </a:bodyPr>
          <a:lstStyle/>
          <a:p>
            <a:r>
              <a:rPr lang="it-IT" b="1" kern="1200" dirty="0">
                <a:latin typeface="+mj-lt"/>
                <a:ea typeface="+mj-ea"/>
                <a:cs typeface="+mj-cs"/>
              </a:rPr>
              <a:t>Conclusioni</a:t>
            </a:r>
          </a:p>
        </p:txBody>
      </p:sp>
      <p:sp>
        <p:nvSpPr>
          <p:cNvPr id="5" name="CasellaDiTesto 4">
            <a:extLst>
              <a:ext uri="{FF2B5EF4-FFF2-40B4-BE49-F238E27FC236}">
                <a16:creationId xmlns:a16="http://schemas.microsoft.com/office/drawing/2014/main" id="{2B3FB53C-929F-A3B8-AD82-9124A834F0E1}"/>
              </a:ext>
            </a:extLst>
          </p:cNvPr>
          <p:cNvSpPr txBox="1"/>
          <p:nvPr/>
        </p:nvSpPr>
        <p:spPr>
          <a:xfrm>
            <a:off x="749528" y="2693353"/>
            <a:ext cx="10197147" cy="3436936"/>
          </a:xfrm>
          <a:prstGeom prst="rect">
            <a:avLst/>
          </a:prstGeom>
        </p:spPr>
        <p:txBody>
          <a:bodyPr vert="horz" lIns="91440" tIns="45720" rIns="91440" bIns="45720" rtlCol="0">
            <a:normAutofit/>
          </a:bodyPr>
          <a:lstStyle/>
          <a:p>
            <a:pPr marL="342900" indent="-283464" algn="just">
              <a:lnSpc>
                <a:spcPct val="90000"/>
              </a:lnSpc>
              <a:spcBef>
                <a:spcPts val="1000"/>
              </a:spcBef>
              <a:buFont typeface="Arial" panose="020B0604020202020204" pitchFamily="34" charset="0"/>
              <a:buChar char="•"/>
            </a:pPr>
            <a:r>
              <a:rPr lang="it-IT" sz="2000" b="1" dirty="0">
                <a:solidFill>
                  <a:schemeClr val="bg1"/>
                </a:solidFill>
              </a:rPr>
              <a:t>Solidità Infrastrutturale:</a:t>
            </a:r>
            <a:r>
              <a:rPr lang="it-IT" sz="2000" dirty="0">
                <a:solidFill>
                  <a:schemeClr val="bg1"/>
                </a:solidFill>
              </a:rPr>
              <a:t> I benchmark confermano l'efficacia del cluster distribuito in quanto è stato ottenuta una scalabilità quasi lineare, dimostrando che il sistema converte efficientemente le risorse aggiuntive in velocità. L'integrazione con HDFS ha inoltre garantito la sopravvivenza del job anche in caso di guasti critici.</a:t>
            </a:r>
          </a:p>
          <a:p>
            <a:pPr marL="342900" indent="-283464" algn="just">
              <a:lnSpc>
                <a:spcPct val="90000"/>
              </a:lnSpc>
              <a:spcBef>
                <a:spcPts val="1000"/>
              </a:spcBef>
              <a:buFont typeface="Arial" panose="020B0604020202020204" pitchFamily="34" charset="0"/>
              <a:buChar char="•"/>
            </a:pPr>
            <a:r>
              <a:rPr lang="it-IT" sz="2000" b="1" dirty="0">
                <a:solidFill>
                  <a:schemeClr val="bg1"/>
                </a:solidFill>
              </a:rPr>
              <a:t>Valore Analitico: </a:t>
            </a:r>
            <a:r>
              <a:rPr lang="it-IT" sz="2000" dirty="0">
                <a:solidFill>
                  <a:schemeClr val="bg1"/>
                </a:solidFill>
              </a:rPr>
              <a:t>è stata superata la superficialità delle metriche quantitative e, mediante l'analisi semantica granulare, è stato possibile diagnosticare le cause radice specifiche per ogni applicazione e generali di insoddisfazione, trasformando milioni di dati grezzi in indicazioni strategiche reali.</a:t>
            </a:r>
          </a:p>
          <a:p>
            <a:pPr marL="342900" indent="-283464" algn="just">
              <a:lnSpc>
                <a:spcPct val="90000"/>
              </a:lnSpc>
              <a:spcBef>
                <a:spcPts val="1000"/>
              </a:spcBef>
              <a:buFont typeface="Arial" panose="020B0604020202020204" pitchFamily="34" charset="0"/>
              <a:buChar char="•"/>
            </a:pPr>
            <a:r>
              <a:rPr lang="it-IT" sz="2000" b="1" dirty="0">
                <a:solidFill>
                  <a:schemeClr val="bg1"/>
                </a:solidFill>
              </a:rPr>
              <a:t>Verdetto Tecnologico</a:t>
            </a:r>
            <a:r>
              <a:rPr lang="it-IT" sz="2000" dirty="0">
                <a:solidFill>
                  <a:schemeClr val="bg1"/>
                </a:solidFill>
              </a:rPr>
              <a:t> L'accoppiata utilizzato si conferma una soluzione industriale matura, capace di abbattere drasticamente la latenza decisionale su grandi volumi di dati non strutturati.</a:t>
            </a:r>
          </a:p>
        </p:txBody>
      </p:sp>
    </p:spTree>
    <p:extLst>
      <p:ext uri="{BB962C8B-B14F-4D97-AF65-F5344CB8AC3E}">
        <p14:creationId xmlns:p14="http://schemas.microsoft.com/office/powerpoint/2010/main" val="22191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rtlCol="0"/>
          <a:lstStyle>
            <a:defPPr>
              <a:defRPr lang="it-IT"/>
            </a:defPPr>
          </a:lstStyle>
          <a:p>
            <a:pPr rtl="0"/>
            <a:r>
              <a:rPr lang="it-IT" dirty="0"/>
              <a:t>Grazie</a:t>
            </a:r>
          </a:p>
        </p:txBody>
      </p:sp>
      <p:sp>
        <p:nvSpPr>
          <p:cNvPr id="5" name="Sottotitolo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rtlCol="0"/>
          <a:lstStyle>
            <a:defPPr>
              <a:defRPr lang="it-IT"/>
            </a:defPPr>
          </a:lstStyle>
          <a:p>
            <a:pPr rtl="0"/>
            <a:r>
              <a:rPr lang="it-IT" dirty="0"/>
              <a:t>Colombo Lorenzo</a:t>
            </a:r>
          </a:p>
          <a:p>
            <a:pPr rtl="0"/>
            <a:r>
              <a:rPr lang="it-IT" dirty="0"/>
              <a:t>Mat. 885895</a:t>
            </a:r>
          </a:p>
          <a:p>
            <a:pPr rtl="0"/>
            <a:r>
              <a:rPr lang="it-IT" dirty="0"/>
              <a:t>l.colombo146@campus.unimib.it</a:t>
            </a:r>
          </a:p>
          <a:p>
            <a:pPr rtl="0"/>
            <a:endParaRPr lang="it-IT" dirty="0"/>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Personalizzata">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3135356_TF45331398_Win32" id="{116537B0-5921-4835-BA42-AA82ECD574B7}" vid="{7D28A4BB-AA9C-42F9-90F7-4958B4CC410F}"/>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Presentazione universale</Template>
  <TotalTime>475</TotalTime>
  <Words>875</Words>
  <Application>Microsoft Office PowerPoint</Application>
  <PresentationFormat>Widescreen</PresentationFormat>
  <Paragraphs>129</Paragraphs>
  <Slides>11</Slides>
  <Notes>9</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11</vt:i4>
      </vt:variant>
    </vt:vector>
  </HeadingPairs>
  <TitlesOfParts>
    <vt:vector size="17" baseType="lpstr">
      <vt:lpstr>Arial</vt:lpstr>
      <vt:lpstr>Calibri</vt:lpstr>
      <vt:lpstr>Consolas</vt:lpstr>
      <vt:lpstr>Courier New</vt:lpstr>
      <vt:lpstr>Tenorite</vt:lpstr>
      <vt:lpstr>Personalizzata</vt:lpstr>
      <vt:lpstr>Benchmarking e sentiment analysis su cluster spark</vt:lpstr>
      <vt:lpstr>Scenario e obiettivi</vt:lpstr>
      <vt:lpstr>Architettura della soluzione</vt:lpstr>
      <vt:lpstr>Data Engineering e Preparazione </vt:lpstr>
      <vt:lpstr>Data Engineering e Preparazione </vt:lpstr>
      <vt:lpstr>Pipeline di analisi distribuita</vt:lpstr>
      <vt:lpstr>Benchmarking e Scalabilità</vt:lpstr>
      <vt:lpstr>Analisi del sentiment</vt:lpstr>
      <vt:lpstr>Data visualization</vt:lpstr>
      <vt:lpstr>Conclusioni</vt:lpstr>
      <vt:lpstr>Grazie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Lorenzo Colombo</dc:creator>
  <cp:lastModifiedBy>Lorenzo Colombo</cp:lastModifiedBy>
  <cp:revision>6</cp:revision>
  <dcterms:created xsi:type="dcterms:W3CDTF">2025-05-21T08:29:16Z</dcterms:created>
  <dcterms:modified xsi:type="dcterms:W3CDTF">2026-01-27T15:24:50Z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